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4899" y="1060703"/>
            <a:ext cx="64007" cy="7315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443959" y="1071753"/>
            <a:ext cx="632460" cy="44450"/>
          </a:xfrm>
          <a:custGeom>
            <a:avLst/>
            <a:gdLst/>
            <a:ahLst/>
            <a:cxnLst/>
            <a:rect l="l" t="t" r="r" b="b"/>
            <a:pathLst>
              <a:path w="632459" h="44450">
                <a:moveTo>
                  <a:pt x="15494" y="5333"/>
                </a:moveTo>
                <a:lnTo>
                  <a:pt x="11176" y="5333"/>
                </a:lnTo>
                <a:lnTo>
                  <a:pt x="11176" y="34671"/>
                </a:lnTo>
                <a:lnTo>
                  <a:pt x="15494" y="34671"/>
                </a:lnTo>
                <a:lnTo>
                  <a:pt x="15494" y="5333"/>
                </a:lnTo>
                <a:close/>
              </a:path>
              <a:path w="632459" h="44450">
                <a:moveTo>
                  <a:pt x="26670" y="1397"/>
                </a:moveTo>
                <a:lnTo>
                  <a:pt x="0" y="1397"/>
                </a:lnTo>
                <a:lnTo>
                  <a:pt x="0" y="5333"/>
                </a:lnTo>
                <a:lnTo>
                  <a:pt x="26670" y="5333"/>
                </a:lnTo>
                <a:lnTo>
                  <a:pt x="26670" y="1397"/>
                </a:lnTo>
                <a:close/>
              </a:path>
              <a:path w="632459" h="44450">
                <a:moveTo>
                  <a:pt x="34671" y="0"/>
                </a:moveTo>
                <a:lnTo>
                  <a:pt x="30480" y="0"/>
                </a:lnTo>
                <a:lnTo>
                  <a:pt x="30480" y="34671"/>
                </a:lnTo>
                <a:lnTo>
                  <a:pt x="34671" y="34671"/>
                </a:lnTo>
                <a:lnTo>
                  <a:pt x="34671" y="16255"/>
                </a:lnTo>
                <a:lnTo>
                  <a:pt x="34504" y="16255"/>
                </a:lnTo>
                <a:lnTo>
                  <a:pt x="36830" y="14477"/>
                </a:lnTo>
                <a:lnTo>
                  <a:pt x="37973" y="13843"/>
                </a:lnTo>
                <a:lnTo>
                  <a:pt x="39401" y="13207"/>
                </a:lnTo>
                <a:lnTo>
                  <a:pt x="49510" y="13207"/>
                </a:lnTo>
                <a:lnTo>
                  <a:pt x="48973" y="12573"/>
                </a:lnTo>
                <a:lnTo>
                  <a:pt x="34671" y="12573"/>
                </a:lnTo>
                <a:lnTo>
                  <a:pt x="34671" y="0"/>
                </a:lnTo>
                <a:close/>
              </a:path>
              <a:path w="632459" h="44450">
                <a:moveTo>
                  <a:pt x="49523" y="13462"/>
                </a:moveTo>
                <a:lnTo>
                  <a:pt x="43688" y="13462"/>
                </a:lnTo>
                <a:lnTo>
                  <a:pt x="44323" y="13843"/>
                </a:lnTo>
                <a:lnTo>
                  <a:pt x="44894" y="14477"/>
                </a:lnTo>
                <a:lnTo>
                  <a:pt x="45084" y="14858"/>
                </a:lnTo>
                <a:lnTo>
                  <a:pt x="45466" y="15494"/>
                </a:lnTo>
                <a:lnTo>
                  <a:pt x="45720" y="16255"/>
                </a:lnTo>
                <a:lnTo>
                  <a:pt x="45847" y="18288"/>
                </a:lnTo>
                <a:lnTo>
                  <a:pt x="45974" y="34671"/>
                </a:lnTo>
                <a:lnTo>
                  <a:pt x="50165" y="34671"/>
                </a:lnTo>
                <a:lnTo>
                  <a:pt x="50165" y="15494"/>
                </a:lnTo>
                <a:lnTo>
                  <a:pt x="49643" y="13843"/>
                </a:lnTo>
                <a:lnTo>
                  <a:pt x="49523" y="13462"/>
                </a:lnTo>
                <a:close/>
              </a:path>
              <a:path w="632459" h="44450">
                <a:moveTo>
                  <a:pt x="43053" y="13207"/>
                </a:moveTo>
                <a:lnTo>
                  <a:pt x="39624" y="13207"/>
                </a:lnTo>
                <a:lnTo>
                  <a:pt x="38608" y="13462"/>
                </a:lnTo>
                <a:lnTo>
                  <a:pt x="43688" y="13462"/>
                </a:lnTo>
                <a:lnTo>
                  <a:pt x="43053" y="13207"/>
                </a:lnTo>
                <a:close/>
              </a:path>
              <a:path w="632459" h="44450">
                <a:moveTo>
                  <a:pt x="44703" y="9017"/>
                </a:moveTo>
                <a:lnTo>
                  <a:pt x="40894" y="9017"/>
                </a:lnTo>
                <a:lnTo>
                  <a:pt x="39624" y="9398"/>
                </a:lnTo>
                <a:lnTo>
                  <a:pt x="38480" y="9905"/>
                </a:lnTo>
                <a:lnTo>
                  <a:pt x="37211" y="10541"/>
                </a:lnTo>
                <a:lnTo>
                  <a:pt x="35941" y="11429"/>
                </a:lnTo>
                <a:lnTo>
                  <a:pt x="34671" y="12573"/>
                </a:lnTo>
                <a:lnTo>
                  <a:pt x="48973" y="12573"/>
                </a:lnTo>
                <a:lnTo>
                  <a:pt x="48005" y="11429"/>
                </a:lnTo>
                <a:lnTo>
                  <a:pt x="46609" y="9905"/>
                </a:lnTo>
                <a:lnTo>
                  <a:pt x="44703" y="9017"/>
                </a:lnTo>
                <a:close/>
              </a:path>
              <a:path w="632459" h="44450">
                <a:moveTo>
                  <a:pt x="68199" y="9017"/>
                </a:moveTo>
                <a:lnTo>
                  <a:pt x="63119" y="9017"/>
                </a:lnTo>
                <a:lnTo>
                  <a:pt x="60325" y="10287"/>
                </a:lnTo>
                <a:lnTo>
                  <a:pt x="57952" y="13080"/>
                </a:lnTo>
                <a:lnTo>
                  <a:pt x="56134" y="15113"/>
                </a:lnTo>
                <a:lnTo>
                  <a:pt x="55402" y="17399"/>
                </a:lnTo>
                <a:lnTo>
                  <a:pt x="55118" y="18415"/>
                </a:lnTo>
                <a:lnTo>
                  <a:pt x="55118" y="26543"/>
                </a:lnTo>
                <a:lnTo>
                  <a:pt x="56052" y="29464"/>
                </a:lnTo>
                <a:lnTo>
                  <a:pt x="56268" y="29845"/>
                </a:lnTo>
                <a:lnTo>
                  <a:pt x="58420" y="31876"/>
                </a:lnTo>
                <a:lnTo>
                  <a:pt x="60578" y="34163"/>
                </a:lnTo>
                <a:lnTo>
                  <a:pt x="63626" y="35305"/>
                </a:lnTo>
                <a:lnTo>
                  <a:pt x="68452" y="35305"/>
                </a:lnTo>
                <a:lnTo>
                  <a:pt x="73787" y="34417"/>
                </a:lnTo>
                <a:lnTo>
                  <a:pt x="72898" y="34417"/>
                </a:lnTo>
                <a:lnTo>
                  <a:pt x="73532" y="34163"/>
                </a:lnTo>
                <a:lnTo>
                  <a:pt x="75057" y="33654"/>
                </a:lnTo>
                <a:lnTo>
                  <a:pt x="75692" y="33400"/>
                </a:lnTo>
                <a:lnTo>
                  <a:pt x="76200" y="33147"/>
                </a:lnTo>
                <a:lnTo>
                  <a:pt x="76200" y="31623"/>
                </a:lnTo>
                <a:lnTo>
                  <a:pt x="65024" y="31623"/>
                </a:lnTo>
                <a:lnTo>
                  <a:pt x="62992" y="30861"/>
                </a:lnTo>
                <a:lnTo>
                  <a:pt x="61595" y="29464"/>
                </a:lnTo>
                <a:lnTo>
                  <a:pt x="60071" y="27813"/>
                </a:lnTo>
                <a:lnTo>
                  <a:pt x="59309" y="25526"/>
                </a:lnTo>
                <a:lnTo>
                  <a:pt x="59309" y="22605"/>
                </a:lnTo>
                <a:lnTo>
                  <a:pt x="76580" y="22605"/>
                </a:lnTo>
                <a:lnTo>
                  <a:pt x="76580" y="19430"/>
                </a:lnTo>
                <a:lnTo>
                  <a:pt x="59309" y="19430"/>
                </a:lnTo>
                <a:lnTo>
                  <a:pt x="59436" y="18415"/>
                </a:lnTo>
                <a:lnTo>
                  <a:pt x="63500" y="13080"/>
                </a:lnTo>
                <a:lnTo>
                  <a:pt x="74898" y="13080"/>
                </a:lnTo>
                <a:lnTo>
                  <a:pt x="73786" y="11811"/>
                </a:lnTo>
                <a:lnTo>
                  <a:pt x="72898" y="10922"/>
                </a:lnTo>
                <a:lnTo>
                  <a:pt x="72051" y="10287"/>
                </a:lnTo>
                <a:lnTo>
                  <a:pt x="72263" y="10287"/>
                </a:lnTo>
                <a:lnTo>
                  <a:pt x="70738" y="9778"/>
                </a:lnTo>
                <a:lnTo>
                  <a:pt x="69469" y="9271"/>
                </a:lnTo>
                <a:lnTo>
                  <a:pt x="68199" y="9017"/>
                </a:lnTo>
                <a:close/>
              </a:path>
              <a:path w="632459" h="44450">
                <a:moveTo>
                  <a:pt x="76200" y="28575"/>
                </a:moveTo>
                <a:lnTo>
                  <a:pt x="75946" y="28575"/>
                </a:lnTo>
                <a:lnTo>
                  <a:pt x="75565" y="28828"/>
                </a:lnTo>
                <a:lnTo>
                  <a:pt x="74930" y="29464"/>
                </a:lnTo>
                <a:lnTo>
                  <a:pt x="74549" y="29464"/>
                </a:lnTo>
                <a:lnTo>
                  <a:pt x="74041" y="29845"/>
                </a:lnTo>
                <a:lnTo>
                  <a:pt x="73405" y="30099"/>
                </a:lnTo>
                <a:lnTo>
                  <a:pt x="72644" y="30479"/>
                </a:lnTo>
                <a:lnTo>
                  <a:pt x="72009" y="30861"/>
                </a:lnTo>
                <a:lnTo>
                  <a:pt x="70675" y="31242"/>
                </a:lnTo>
                <a:lnTo>
                  <a:pt x="70230" y="31242"/>
                </a:lnTo>
                <a:lnTo>
                  <a:pt x="68897" y="31623"/>
                </a:lnTo>
                <a:lnTo>
                  <a:pt x="76200" y="31623"/>
                </a:lnTo>
                <a:lnTo>
                  <a:pt x="76200" y="28575"/>
                </a:lnTo>
                <a:close/>
              </a:path>
              <a:path w="632459" h="44450">
                <a:moveTo>
                  <a:pt x="74845" y="13080"/>
                </a:moveTo>
                <a:lnTo>
                  <a:pt x="69469" y="13080"/>
                </a:lnTo>
                <a:lnTo>
                  <a:pt x="69976" y="13335"/>
                </a:lnTo>
                <a:lnTo>
                  <a:pt x="70710" y="13970"/>
                </a:lnTo>
                <a:lnTo>
                  <a:pt x="72517" y="19430"/>
                </a:lnTo>
                <a:lnTo>
                  <a:pt x="76580" y="19430"/>
                </a:lnTo>
                <a:lnTo>
                  <a:pt x="76580" y="18415"/>
                </a:lnTo>
                <a:lnTo>
                  <a:pt x="76424" y="17399"/>
                </a:lnTo>
                <a:lnTo>
                  <a:pt x="76326" y="16764"/>
                </a:lnTo>
                <a:lnTo>
                  <a:pt x="76049" y="15748"/>
                </a:lnTo>
                <a:lnTo>
                  <a:pt x="75946" y="15367"/>
                </a:lnTo>
                <a:lnTo>
                  <a:pt x="75438" y="13970"/>
                </a:lnTo>
                <a:lnTo>
                  <a:pt x="74845" y="13080"/>
                </a:lnTo>
                <a:close/>
              </a:path>
              <a:path w="632459" h="44450">
                <a:moveTo>
                  <a:pt x="100457" y="9778"/>
                </a:moveTo>
                <a:lnTo>
                  <a:pt x="96266" y="9778"/>
                </a:lnTo>
                <a:lnTo>
                  <a:pt x="96266" y="43942"/>
                </a:lnTo>
                <a:lnTo>
                  <a:pt x="100457" y="43942"/>
                </a:lnTo>
                <a:lnTo>
                  <a:pt x="100457" y="33400"/>
                </a:lnTo>
                <a:lnTo>
                  <a:pt x="112669" y="33400"/>
                </a:lnTo>
                <a:lnTo>
                  <a:pt x="114173" y="31496"/>
                </a:lnTo>
                <a:lnTo>
                  <a:pt x="104584" y="31496"/>
                </a:lnTo>
                <a:lnTo>
                  <a:pt x="103251" y="31115"/>
                </a:lnTo>
                <a:lnTo>
                  <a:pt x="102785" y="31115"/>
                </a:lnTo>
                <a:lnTo>
                  <a:pt x="101600" y="30606"/>
                </a:lnTo>
                <a:lnTo>
                  <a:pt x="100457" y="29972"/>
                </a:lnTo>
                <a:lnTo>
                  <a:pt x="100457" y="15875"/>
                </a:lnTo>
                <a:lnTo>
                  <a:pt x="102488" y="14350"/>
                </a:lnTo>
                <a:lnTo>
                  <a:pt x="104775" y="13335"/>
                </a:lnTo>
                <a:lnTo>
                  <a:pt x="105918" y="13080"/>
                </a:lnTo>
                <a:lnTo>
                  <a:pt x="115231" y="13080"/>
                </a:lnTo>
                <a:lnTo>
                  <a:pt x="114807" y="12446"/>
                </a:lnTo>
                <a:lnTo>
                  <a:pt x="100457" y="12446"/>
                </a:lnTo>
                <a:lnTo>
                  <a:pt x="100457" y="9778"/>
                </a:lnTo>
                <a:close/>
              </a:path>
              <a:path w="632459" h="44450">
                <a:moveTo>
                  <a:pt x="112669" y="33400"/>
                </a:moveTo>
                <a:lnTo>
                  <a:pt x="100457" y="33400"/>
                </a:lnTo>
                <a:lnTo>
                  <a:pt x="101473" y="34036"/>
                </a:lnTo>
                <a:lnTo>
                  <a:pt x="102488" y="34417"/>
                </a:lnTo>
                <a:lnTo>
                  <a:pt x="103378" y="34798"/>
                </a:lnTo>
                <a:lnTo>
                  <a:pt x="104901" y="35178"/>
                </a:lnTo>
                <a:lnTo>
                  <a:pt x="109728" y="35178"/>
                </a:lnTo>
                <a:lnTo>
                  <a:pt x="112268" y="33908"/>
                </a:lnTo>
                <a:lnTo>
                  <a:pt x="112669" y="33400"/>
                </a:lnTo>
                <a:close/>
              </a:path>
              <a:path w="632459" h="44450">
                <a:moveTo>
                  <a:pt x="115231" y="13080"/>
                </a:moveTo>
                <a:lnTo>
                  <a:pt x="109093" y="13080"/>
                </a:lnTo>
                <a:lnTo>
                  <a:pt x="110617" y="13843"/>
                </a:lnTo>
                <a:lnTo>
                  <a:pt x="111505" y="15367"/>
                </a:lnTo>
                <a:lnTo>
                  <a:pt x="112395" y="17018"/>
                </a:lnTo>
                <a:lnTo>
                  <a:pt x="112903" y="19176"/>
                </a:lnTo>
                <a:lnTo>
                  <a:pt x="112903" y="25146"/>
                </a:lnTo>
                <a:lnTo>
                  <a:pt x="112268" y="27431"/>
                </a:lnTo>
                <a:lnTo>
                  <a:pt x="109855" y="30606"/>
                </a:lnTo>
                <a:lnTo>
                  <a:pt x="107928" y="31496"/>
                </a:lnTo>
                <a:lnTo>
                  <a:pt x="114173" y="31496"/>
                </a:lnTo>
                <a:lnTo>
                  <a:pt x="116205" y="29082"/>
                </a:lnTo>
                <a:lnTo>
                  <a:pt x="117221" y="25780"/>
                </a:lnTo>
                <a:lnTo>
                  <a:pt x="117221" y="17779"/>
                </a:lnTo>
                <a:lnTo>
                  <a:pt x="116332" y="14731"/>
                </a:lnTo>
                <a:lnTo>
                  <a:pt x="115231" y="13080"/>
                </a:lnTo>
                <a:close/>
              </a:path>
              <a:path w="632459" h="44450">
                <a:moveTo>
                  <a:pt x="110998" y="9017"/>
                </a:moveTo>
                <a:lnTo>
                  <a:pt x="106553" y="9017"/>
                </a:lnTo>
                <a:lnTo>
                  <a:pt x="105155" y="9398"/>
                </a:lnTo>
                <a:lnTo>
                  <a:pt x="102616" y="10668"/>
                </a:lnTo>
                <a:lnTo>
                  <a:pt x="101473" y="11429"/>
                </a:lnTo>
                <a:lnTo>
                  <a:pt x="100311" y="12446"/>
                </a:lnTo>
                <a:lnTo>
                  <a:pt x="114807" y="12446"/>
                </a:lnTo>
                <a:lnTo>
                  <a:pt x="113157" y="10160"/>
                </a:lnTo>
                <a:lnTo>
                  <a:pt x="110998" y="9017"/>
                </a:lnTo>
                <a:close/>
              </a:path>
              <a:path w="632459" h="44450">
                <a:moveTo>
                  <a:pt x="126619" y="9778"/>
                </a:moveTo>
                <a:lnTo>
                  <a:pt x="122428" y="9778"/>
                </a:lnTo>
                <a:lnTo>
                  <a:pt x="122428" y="34671"/>
                </a:lnTo>
                <a:lnTo>
                  <a:pt x="126619" y="34671"/>
                </a:lnTo>
                <a:lnTo>
                  <a:pt x="126619" y="9778"/>
                </a:lnTo>
                <a:close/>
              </a:path>
              <a:path w="632459" h="44450">
                <a:moveTo>
                  <a:pt x="126873" y="1270"/>
                </a:moveTo>
                <a:lnTo>
                  <a:pt x="122047" y="1270"/>
                </a:lnTo>
                <a:lnTo>
                  <a:pt x="122047" y="5588"/>
                </a:lnTo>
                <a:lnTo>
                  <a:pt x="126873" y="5588"/>
                </a:lnTo>
                <a:lnTo>
                  <a:pt x="126873" y="1270"/>
                </a:lnTo>
                <a:close/>
              </a:path>
              <a:path w="632459" h="44450">
                <a:moveTo>
                  <a:pt x="138652" y="34544"/>
                </a:moveTo>
                <a:lnTo>
                  <a:pt x="138175" y="34544"/>
                </a:lnTo>
                <a:lnTo>
                  <a:pt x="141224" y="35305"/>
                </a:lnTo>
                <a:lnTo>
                  <a:pt x="140747" y="35305"/>
                </a:lnTo>
                <a:lnTo>
                  <a:pt x="138652" y="34544"/>
                </a:lnTo>
                <a:close/>
              </a:path>
              <a:path w="632459" h="44450">
                <a:moveTo>
                  <a:pt x="144399" y="9144"/>
                </a:moveTo>
                <a:lnTo>
                  <a:pt x="141351" y="9144"/>
                </a:lnTo>
                <a:lnTo>
                  <a:pt x="139700" y="9525"/>
                </a:lnTo>
                <a:lnTo>
                  <a:pt x="138303" y="10032"/>
                </a:lnTo>
                <a:lnTo>
                  <a:pt x="136778" y="10668"/>
                </a:lnTo>
                <a:lnTo>
                  <a:pt x="135509" y="11429"/>
                </a:lnTo>
                <a:lnTo>
                  <a:pt x="134620" y="12573"/>
                </a:lnTo>
                <a:lnTo>
                  <a:pt x="133603" y="13716"/>
                </a:lnTo>
                <a:lnTo>
                  <a:pt x="131402" y="25146"/>
                </a:lnTo>
                <a:lnTo>
                  <a:pt x="131572" y="26416"/>
                </a:lnTo>
                <a:lnTo>
                  <a:pt x="132207" y="28067"/>
                </a:lnTo>
                <a:lnTo>
                  <a:pt x="132715" y="29591"/>
                </a:lnTo>
                <a:lnTo>
                  <a:pt x="133603" y="30988"/>
                </a:lnTo>
                <a:lnTo>
                  <a:pt x="134620" y="32003"/>
                </a:lnTo>
                <a:lnTo>
                  <a:pt x="135826" y="33274"/>
                </a:lnTo>
                <a:lnTo>
                  <a:pt x="136778" y="33908"/>
                </a:lnTo>
                <a:lnTo>
                  <a:pt x="138684" y="34544"/>
                </a:lnTo>
                <a:lnTo>
                  <a:pt x="147574" y="34544"/>
                </a:lnTo>
                <a:lnTo>
                  <a:pt x="148844" y="34036"/>
                </a:lnTo>
                <a:lnTo>
                  <a:pt x="149351" y="33654"/>
                </a:lnTo>
                <a:lnTo>
                  <a:pt x="149796" y="33654"/>
                </a:lnTo>
                <a:lnTo>
                  <a:pt x="150368" y="33274"/>
                </a:lnTo>
                <a:lnTo>
                  <a:pt x="150368" y="31623"/>
                </a:lnTo>
                <a:lnTo>
                  <a:pt x="140588" y="31623"/>
                </a:lnTo>
                <a:lnTo>
                  <a:pt x="138938" y="30733"/>
                </a:lnTo>
                <a:lnTo>
                  <a:pt x="137668" y="29082"/>
                </a:lnTo>
                <a:lnTo>
                  <a:pt x="136398" y="27558"/>
                </a:lnTo>
                <a:lnTo>
                  <a:pt x="135763" y="25146"/>
                </a:lnTo>
                <a:lnTo>
                  <a:pt x="135763" y="19303"/>
                </a:lnTo>
                <a:lnTo>
                  <a:pt x="136398" y="16891"/>
                </a:lnTo>
                <a:lnTo>
                  <a:pt x="138840" y="13716"/>
                </a:lnTo>
                <a:lnTo>
                  <a:pt x="138641" y="13716"/>
                </a:lnTo>
                <a:lnTo>
                  <a:pt x="140419" y="12953"/>
                </a:lnTo>
                <a:lnTo>
                  <a:pt x="150368" y="12953"/>
                </a:lnTo>
                <a:lnTo>
                  <a:pt x="150368" y="11049"/>
                </a:lnTo>
                <a:lnTo>
                  <a:pt x="149605" y="10668"/>
                </a:lnTo>
                <a:lnTo>
                  <a:pt x="148209" y="10160"/>
                </a:lnTo>
                <a:lnTo>
                  <a:pt x="146092" y="9525"/>
                </a:lnTo>
                <a:lnTo>
                  <a:pt x="146303" y="9525"/>
                </a:lnTo>
                <a:lnTo>
                  <a:pt x="144399" y="9144"/>
                </a:lnTo>
                <a:close/>
              </a:path>
              <a:path w="632459" h="44450">
                <a:moveTo>
                  <a:pt x="150368" y="28575"/>
                </a:moveTo>
                <a:lnTo>
                  <a:pt x="150113" y="28575"/>
                </a:lnTo>
                <a:lnTo>
                  <a:pt x="148928" y="29591"/>
                </a:lnTo>
                <a:lnTo>
                  <a:pt x="148082" y="30225"/>
                </a:lnTo>
                <a:lnTo>
                  <a:pt x="146811" y="30733"/>
                </a:lnTo>
                <a:lnTo>
                  <a:pt x="145542" y="31369"/>
                </a:lnTo>
                <a:lnTo>
                  <a:pt x="144272" y="31623"/>
                </a:lnTo>
                <a:lnTo>
                  <a:pt x="150368" y="31623"/>
                </a:lnTo>
                <a:lnTo>
                  <a:pt x="150368" y="28575"/>
                </a:lnTo>
                <a:close/>
              </a:path>
              <a:path w="632459" h="44450">
                <a:moveTo>
                  <a:pt x="150368" y="12953"/>
                </a:moveTo>
                <a:lnTo>
                  <a:pt x="144399" y="12953"/>
                </a:lnTo>
                <a:lnTo>
                  <a:pt x="145161" y="13207"/>
                </a:lnTo>
                <a:lnTo>
                  <a:pt x="145923" y="13335"/>
                </a:lnTo>
                <a:lnTo>
                  <a:pt x="147065" y="13716"/>
                </a:lnTo>
                <a:lnTo>
                  <a:pt x="146854" y="13716"/>
                </a:lnTo>
                <a:lnTo>
                  <a:pt x="147193" y="13970"/>
                </a:lnTo>
                <a:lnTo>
                  <a:pt x="147955" y="14224"/>
                </a:lnTo>
                <a:lnTo>
                  <a:pt x="148971" y="14986"/>
                </a:lnTo>
                <a:lnTo>
                  <a:pt x="149478" y="15240"/>
                </a:lnTo>
                <a:lnTo>
                  <a:pt x="149859" y="15494"/>
                </a:lnTo>
                <a:lnTo>
                  <a:pt x="150113" y="15748"/>
                </a:lnTo>
                <a:lnTo>
                  <a:pt x="150368" y="15748"/>
                </a:lnTo>
                <a:lnTo>
                  <a:pt x="150368" y="12953"/>
                </a:lnTo>
                <a:close/>
              </a:path>
              <a:path w="632459" h="44450">
                <a:moveTo>
                  <a:pt x="166243" y="34671"/>
                </a:moveTo>
                <a:lnTo>
                  <a:pt x="158597" y="34671"/>
                </a:lnTo>
                <a:lnTo>
                  <a:pt x="160020" y="35178"/>
                </a:lnTo>
                <a:lnTo>
                  <a:pt x="164464" y="35178"/>
                </a:lnTo>
                <a:lnTo>
                  <a:pt x="166243" y="34671"/>
                </a:lnTo>
                <a:close/>
              </a:path>
              <a:path w="632459" h="44450">
                <a:moveTo>
                  <a:pt x="159257" y="13207"/>
                </a:moveTo>
                <a:lnTo>
                  <a:pt x="155067" y="13207"/>
                </a:lnTo>
                <a:lnTo>
                  <a:pt x="155106" y="29972"/>
                </a:lnTo>
                <a:lnTo>
                  <a:pt x="155701" y="31876"/>
                </a:lnTo>
                <a:lnTo>
                  <a:pt x="156972" y="33274"/>
                </a:lnTo>
                <a:lnTo>
                  <a:pt x="158369" y="34671"/>
                </a:lnTo>
                <a:lnTo>
                  <a:pt x="167005" y="34671"/>
                </a:lnTo>
                <a:lnTo>
                  <a:pt x="167005" y="31242"/>
                </a:lnTo>
                <a:lnTo>
                  <a:pt x="161290" y="31242"/>
                </a:lnTo>
                <a:lnTo>
                  <a:pt x="160273" y="30733"/>
                </a:lnTo>
                <a:lnTo>
                  <a:pt x="160401" y="30733"/>
                </a:lnTo>
                <a:lnTo>
                  <a:pt x="160147" y="30479"/>
                </a:lnTo>
                <a:lnTo>
                  <a:pt x="159893" y="29972"/>
                </a:lnTo>
                <a:lnTo>
                  <a:pt x="159511" y="29337"/>
                </a:lnTo>
                <a:lnTo>
                  <a:pt x="159384" y="28701"/>
                </a:lnTo>
                <a:lnTo>
                  <a:pt x="159257" y="13207"/>
                </a:lnTo>
                <a:close/>
              </a:path>
              <a:path w="632459" h="44450">
                <a:moveTo>
                  <a:pt x="167005" y="30733"/>
                </a:moveTo>
                <a:lnTo>
                  <a:pt x="164972" y="31242"/>
                </a:lnTo>
                <a:lnTo>
                  <a:pt x="167005" y="31242"/>
                </a:lnTo>
                <a:lnTo>
                  <a:pt x="167005" y="30733"/>
                </a:lnTo>
                <a:close/>
              </a:path>
              <a:path w="632459" h="44450">
                <a:moveTo>
                  <a:pt x="167005" y="9778"/>
                </a:moveTo>
                <a:lnTo>
                  <a:pt x="152273" y="9778"/>
                </a:lnTo>
                <a:lnTo>
                  <a:pt x="152273" y="13207"/>
                </a:lnTo>
                <a:lnTo>
                  <a:pt x="167005" y="13207"/>
                </a:lnTo>
                <a:lnTo>
                  <a:pt x="167005" y="9778"/>
                </a:lnTo>
                <a:close/>
              </a:path>
              <a:path w="632459" h="44450">
                <a:moveTo>
                  <a:pt x="159257" y="2540"/>
                </a:moveTo>
                <a:lnTo>
                  <a:pt x="155067" y="2540"/>
                </a:lnTo>
                <a:lnTo>
                  <a:pt x="155067" y="9778"/>
                </a:lnTo>
                <a:lnTo>
                  <a:pt x="159257" y="9778"/>
                </a:lnTo>
                <a:lnTo>
                  <a:pt x="159257" y="2540"/>
                </a:lnTo>
                <a:close/>
              </a:path>
              <a:path w="632459" h="44450">
                <a:moveTo>
                  <a:pt x="174625" y="9778"/>
                </a:moveTo>
                <a:lnTo>
                  <a:pt x="170434" y="9778"/>
                </a:lnTo>
                <a:lnTo>
                  <a:pt x="170554" y="28067"/>
                </a:lnTo>
                <a:lnTo>
                  <a:pt x="174421" y="34798"/>
                </a:lnTo>
                <a:lnTo>
                  <a:pt x="175132" y="34798"/>
                </a:lnTo>
                <a:lnTo>
                  <a:pt x="176149" y="35178"/>
                </a:lnTo>
                <a:lnTo>
                  <a:pt x="177165" y="35432"/>
                </a:lnTo>
                <a:lnTo>
                  <a:pt x="179578" y="35432"/>
                </a:lnTo>
                <a:lnTo>
                  <a:pt x="180509" y="35178"/>
                </a:lnTo>
                <a:lnTo>
                  <a:pt x="180689" y="35178"/>
                </a:lnTo>
                <a:lnTo>
                  <a:pt x="181546" y="34798"/>
                </a:lnTo>
                <a:lnTo>
                  <a:pt x="183261" y="33908"/>
                </a:lnTo>
                <a:lnTo>
                  <a:pt x="184349" y="33147"/>
                </a:lnTo>
                <a:lnTo>
                  <a:pt x="185801" y="31876"/>
                </a:lnTo>
                <a:lnTo>
                  <a:pt x="189992" y="31876"/>
                </a:lnTo>
                <a:lnTo>
                  <a:pt x="189992" y="31369"/>
                </a:lnTo>
                <a:lnTo>
                  <a:pt x="177418" y="31369"/>
                </a:lnTo>
                <a:lnTo>
                  <a:pt x="176149" y="30606"/>
                </a:lnTo>
                <a:lnTo>
                  <a:pt x="175768" y="30225"/>
                </a:lnTo>
                <a:lnTo>
                  <a:pt x="175386" y="29591"/>
                </a:lnTo>
                <a:lnTo>
                  <a:pt x="175196" y="29210"/>
                </a:lnTo>
                <a:lnTo>
                  <a:pt x="175132" y="29082"/>
                </a:lnTo>
                <a:lnTo>
                  <a:pt x="175005" y="28828"/>
                </a:lnTo>
                <a:lnTo>
                  <a:pt x="174836" y="28321"/>
                </a:lnTo>
                <a:lnTo>
                  <a:pt x="174751" y="28067"/>
                </a:lnTo>
                <a:lnTo>
                  <a:pt x="174625" y="9778"/>
                </a:lnTo>
                <a:close/>
              </a:path>
              <a:path w="632459" h="44450">
                <a:moveTo>
                  <a:pt x="189992" y="31876"/>
                </a:moveTo>
                <a:lnTo>
                  <a:pt x="185801" y="31876"/>
                </a:lnTo>
                <a:lnTo>
                  <a:pt x="185801" y="34798"/>
                </a:lnTo>
                <a:lnTo>
                  <a:pt x="189992" y="34798"/>
                </a:lnTo>
                <a:lnTo>
                  <a:pt x="189992" y="31876"/>
                </a:lnTo>
                <a:close/>
              </a:path>
              <a:path w="632459" h="44450">
                <a:moveTo>
                  <a:pt x="189992" y="9778"/>
                </a:moveTo>
                <a:lnTo>
                  <a:pt x="185801" y="9778"/>
                </a:lnTo>
                <a:lnTo>
                  <a:pt x="185801" y="28321"/>
                </a:lnTo>
                <a:lnTo>
                  <a:pt x="184784" y="29210"/>
                </a:lnTo>
                <a:lnTo>
                  <a:pt x="183769" y="29972"/>
                </a:lnTo>
                <a:lnTo>
                  <a:pt x="182397" y="30606"/>
                </a:lnTo>
                <a:lnTo>
                  <a:pt x="181025" y="31369"/>
                </a:lnTo>
                <a:lnTo>
                  <a:pt x="189992" y="31369"/>
                </a:lnTo>
                <a:lnTo>
                  <a:pt x="189992" y="9778"/>
                </a:lnTo>
                <a:close/>
              </a:path>
              <a:path w="632459" h="44450">
                <a:moveTo>
                  <a:pt x="201041" y="10032"/>
                </a:moveTo>
                <a:lnTo>
                  <a:pt x="196850" y="10032"/>
                </a:lnTo>
                <a:lnTo>
                  <a:pt x="196850" y="34671"/>
                </a:lnTo>
                <a:lnTo>
                  <a:pt x="201041" y="34671"/>
                </a:lnTo>
                <a:lnTo>
                  <a:pt x="201041" y="17018"/>
                </a:lnTo>
                <a:lnTo>
                  <a:pt x="202057" y="16001"/>
                </a:lnTo>
                <a:lnTo>
                  <a:pt x="203073" y="15240"/>
                </a:lnTo>
                <a:lnTo>
                  <a:pt x="204216" y="14858"/>
                </a:lnTo>
                <a:lnTo>
                  <a:pt x="205232" y="14350"/>
                </a:lnTo>
                <a:lnTo>
                  <a:pt x="210057" y="14350"/>
                </a:lnTo>
                <a:lnTo>
                  <a:pt x="210057" y="13462"/>
                </a:lnTo>
                <a:lnTo>
                  <a:pt x="201041" y="13462"/>
                </a:lnTo>
                <a:lnTo>
                  <a:pt x="201041" y="10032"/>
                </a:lnTo>
                <a:close/>
              </a:path>
              <a:path w="632459" h="44450">
                <a:moveTo>
                  <a:pt x="210057" y="10032"/>
                </a:moveTo>
                <a:lnTo>
                  <a:pt x="206121" y="10032"/>
                </a:lnTo>
                <a:lnTo>
                  <a:pt x="204978" y="10541"/>
                </a:lnTo>
                <a:lnTo>
                  <a:pt x="203834" y="11175"/>
                </a:lnTo>
                <a:lnTo>
                  <a:pt x="202565" y="12065"/>
                </a:lnTo>
                <a:lnTo>
                  <a:pt x="201041" y="13462"/>
                </a:lnTo>
                <a:lnTo>
                  <a:pt x="210057" y="13462"/>
                </a:lnTo>
                <a:lnTo>
                  <a:pt x="210057" y="10032"/>
                </a:lnTo>
                <a:close/>
              </a:path>
              <a:path w="632459" h="44450">
                <a:moveTo>
                  <a:pt x="225171" y="9017"/>
                </a:moveTo>
                <a:lnTo>
                  <a:pt x="220218" y="9017"/>
                </a:lnTo>
                <a:lnTo>
                  <a:pt x="217424" y="10287"/>
                </a:lnTo>
                <a:lnTo>
                  <a:pt x="213105" y="15113"/>
                </a:lnTo>
                <a:lnTo>
                  <a:pt x="212374" y="17399"/>
                </a:lnTo>
                <a:lnTo>
                  <a:pt x="212090" y="18415"/>
                </a:lnTo>
                <a:lnTo>
                  <a:pt x="212090" y="26543"/>
                </a:lnTo>
                <a:lnTo>
                  <a:pt x="213024" y="29464"/>
                </a:lnTo>
                <a:lnTo>
                  <a:pt x="213240" y="29845"/>
                </a:lnTo>
                <a:lnTo>
                  <a:pt x="215392" y="31876"/>
                </a:lnTo>
                <a:lnTo>
                  <a:pt x="217551" y="34163"/>
                </a:lnTo>
                <a:lnTo>
                  <a:pt x="220599" y="35305"/>
                </a:lnTo>
                <a:lnTo>
                  <a:pt x="225425" y="35305"/>
                </a:lnTo>
                <a:lnTo>
                  <a:pt x="230758" y="34417"/>
                </a:lnTo>
                <a:lnTo>
                  <a:pt x="229870" y="34417"/>
                </a:lnTo>
                <a:lnTo>
                  <a:pt x="230505" y="34163"/>
                </a:lnTo>
                <a:lnTo>
                  <a:pt x="232028" y="33654"/>
                </a:lnTo>
                <a:lnTo>
                  <a:pt x="232663" y="33400"/>
                </a:lnTo>
                <a:lnTo>
                  <a:pt x="233172" y="33147"/>
                </a:lnTo>
                <a:lnTo>
                  <a:pt x="233172" y="31623"/>
                </a:lnTo>
                <a:lnTo>
                  <a:pt x="221996" y="31623"/>
                </a:lnTo>
                <a:lnTo>
                  <a:pt x="219963" y="30861"/>
                </a:lnTo>
                <a:lnTo>
                  <a:pt x="218567" y="29464"/>
                </a:lnTo>
                <a:lnTo>
                  <a:pt x="217043" y="27813"/>
                </a:lnTo>
                <a:lnTo>
                  <a:pt x="216280" y="25526"/>
                </a:lnTo>
                <a:lnTo>
                  <a:pt x="216280" y="22605"/>
                </a:lnTo>
                <a:lnTo>
                  <a:pt x="233553" y="22605"/>
                </a:lnTo>
                <a:lnTo>
                  <a:pt x="233553" y="19430"/>
                </a:lnTo>
                <a:lnTo>
                  <a:pt x="216280" y="19430"/>
                </a:lnTo>
                <a:lnTo>
                  <a:pt x="216407" y="18415"/>
                </a:lnTo>
                <a:lnTo>
                  <a:pt x="220472" y="13080"/>
                </a:lnTo>
                <a:lnTo>
                  <a:pt x="231997" y="13080"/>
                </a:lnTo>
                <a:lnTo>
                  <a:pt x="230886" y="11811"/>
                </a:lnTo>
                <a:lnTo>
                  <a:pt x="229870" y="10922"/>
                </a:lnTo>
                <a:lnTo>
                  <a:pt x="229023" y="10287"/>
                </a:lnTo>
                <a:lnTo>
                  <a:pt x="229234" y="10287"/>
                </a:lnTo>
                <a:lnTo>
                  <a:pt x="227711" y="9778"/>
                </a:lnTo>
                <a:lnTo>
                  <a:pt x="226568" y="9271"/>
                </a:lnTo>
                <a:lnTo>
                  <a:pt x="225171" y="9017"/>
                </a:lnTo>
                <a:close/>
              </a:path>
              <a:path w="632459" h="44450">
                <a:moveTo>
                  <a:pt x="233172" y="28575"/>
                </a:moveTo>
                <a:lnTo>
                  <a:pt x="232918" y="28575"/>
                </a:lnTo>
                <a:lnTo>
                  <a:pt x="232536" y="28828"/>
                </a:lnTo>
                <a:lnTo>
                  <a:pt x="231901" y="29464"/>
                </a:lnTo>
                <a:lnTo>
                  <a:pt x="231648" y="29464"/>
                </a:lnTo>
                <a:lnTo>
                  <a:pt x="231013" y="29845"/>
                </a:lnTo>
                <a:lnTo>
                  <a:pt x="230378" y="30099"/>
                </a:lnTo>
                <a:lnTo>
                  <a:pt x="229616" y="30479"/>
                </a:lnTo>
                <a:lnTo>
                  <a:pt x="228980" y="30861"/>
                </a:lnTo>
                <a:lnTo>
                  <a:pt x="227647" y="31242"/>
                </a:lnTo>
                <a:lnTo>
                  <a:pt x="227203" y="31242"/>
                </a:lnTo>
                <a:lnTo>
                  <a:pt x="226060" y="31623"/>
                </a:lnTo>
                <a:lnTo>
                  <a:pt x="233172" y="31623"/>
                </a:lnTo>
                <a:lnTo>
                  <a:pt x="233172" y="28575"/>
                </a:lnTo>
                <a:close/>
              </a:path>
              <a:path w="632459" h="44450">
                <a:moveTo>
                  <a:pt x="231916" y="13080"/>
                </a:moveTo>
                <a:lnTo>
                  <a:pt x="226440" y="13080"/>
                </a:lnTo>
                <a:lnTo>
                  <a:pt x="226949" y="13335"/>
                </a:lnTo>
                <a:lnTo>
                  <a:pt x="227682" y="13970"/>
                </a:lnTo>
                <a:lnTo>
                  <a:pt x="228536" y="15113"/>
                </a:lnTo>
                <a:lnTo>
                  <a:pt x="228896" y="15875"/>
                </a:lnTo>
                <a:lnTo>
                  <a:pt x="229361" y="17399"/>
                </a:lnTo>
                <a:lnTo>
                  <a:pt x="229488" y="19430"/>
                </a:lnTo>
                <a:lnTo>
                  <a:pt x="233553" y="19430"/>
                </a:lnTo>
                <a:lnTo>
                  <a:pt x="233553" y="18415"/>
                </a:lnTo>
                <a:lnTo>
                  <a:pt x="233396" y="17399"/>
                </a:lnTo>
                <a:lnTo>
                  <a:pt x="233299" y="16764"/>
                </a:lnTo>
                <a:lnTo>
                  <a:pt x="232918" y="15367"/>
                </a:lnTo>
                <a:lnTo>
                  <a:pt x="232409" y="13970"/>
                </a:lnTo>
                <a:lnTo>
                  <a:pt x="231916" y="13080"/>
                </a:lnTo>
                <a:close/>
              </a:path>
              <a:path w="632459" h="44450">
                <a:moveTo>
                  <a:pt x="258794" y="34544"/>
                </a:moveTo>
                <a:lnTo>
                  <a:pt x="258190" y="34544"/>
                </a:lnTo>
                <a:lnTo>
                  <a:pt x="261493" y="35305"/>
                </a:lnTo>
                <a:lnTo>
                  <a:pt x="260889" y="35305"/>
                </a:lnTo>
                <a:lnTo>
                  <a:pt x="258794" y="34544"/>
                </a:lnTo>
                <a:close/>
              </a:path>
              <a:path w="632459" h="44450">
                <a:moveTo>
                  <a:pt x="264541" y="9144"/>
                </a:moveTo>
                <a:lnTo>
                  <a:pt x="261493" y="9144"/>
                </a:lnTo>
                <a:lnTo>
                  <a:pt x="259969" y="9525"/>
                </a:lnTo>
                <a:lnTo>
                  <a:pt x="252476" y="16637"/>
                </a:lnTo>
                <a:lnTo>
                  <a:pt x="251841" y="18161"/>
                </a:lnTo>
                <a:lnTo>
                  <a:pt x="251688" y="19303"/>
                </a:lnTo>
                <a:lnTo>
                  <a:pt x="251671" y="25146"/>
                </a:lnTo>
                <a:lnTo>
                  <a:pt x="251841" y="26416"/>
                </a:lnTo>
                <a:lnTo>
                  <a:pt x="252349" y="28067"/>
                </a:lnTo>
                <a:lnTo>
                  <a:pt x="252984" y="29591"/>
                </a:lnTo>
                <a:lnTo>
                  <a:pt x="253746" y="30988"/>
                </a:lnTo>
                <a:lnTo>
                  <a:pt x="254761" y="32003"/>
                </a:lnTo>
                <a:lnTo>
                  <a:pt x="255989" y="33274"/>
                </a:lnTo>
                <a:lnTo>
                  <a:pt x="257048" y="33908"/>
                </a:lnTo>
                <a:lnTo>
                  <a:pt x="258794" y="34544"/>
                </a:lnTo>
                <a:lnTo>
                  <a:pt x="267716" y="34544"/>
                </a:lnTo>
                <a:lnTo>
                  <a:pt x="268986" y="34036"/>
                </a:lnTo>
                <a:lnTo>
                  <a:pt x="269621" y="33654"/>
                </a:lnTo>
                <a:lnTo>
                  <a:pt x="269938" y="33654"/>
                </a:lnTo>
                <a:lnTo>
                  <a:pt x="270509" y="33274"/>
                </a:lnTo>
                <a:lnTo>
                  <a:pt x="270509" y="31623"/>
                </a:lnTo>
                <a:lnTo>
                  <a:pt x="260857" y="31623"/>
                </a:lnTo>
                <a:lnTo>
                  <a:pt x="259080" y="30733"/>
                </a:lnTo>
                <a:lnTo>
                  <a:pt x="257809" y="29082"/>
                </a:lnTo>
                <a:lnTo>
                  <a:pt x="256540" y="27558"/>
                </a:lnTo>
                <a:lnTo>
                  <a:pt x="255905" y="25146"/>
                </a:lnTo>
                <a:lnTo>
                  <a:pt x="255905" y="19303"/>
                </a:lnTo>
                <a:lnTo>
                  <a:pt x="256540" y="16891"/>
                </a:lnTo>
                <a:lnTo>
                  <a:pt x="257809" y="15240"/>
                </a:lnTo>
                <a:lnTo>
                  <a:pt x="259099" y="13716"/>
                </a:lnTo>
                <a:lnTo>
                  <a:pt x="258910" y="13716"/>
                </a:lnTo>
                <a:lnTo>
                  <a:pt x="260688" y="12953"/>
                </a:lnTo>
                <a:lnTo>
                  <a:pt x="270509" y="12953"/>
                </a:lnTo>
                <a:lnTo>
                  <a:pt x="270509" y="11049"/>
                </a:lnTo>
                <a:lnTo>
                  <a:pt x="269748" y="10668"/>
                </a:lnTo>
                <a:lnTo>
                  <a:pt x="268351" y="10160"/>
                </a:lnTo>
                <a:lnTo>
                  <a:pt x="266234" y="9525"/>
                </a:lnTo>
                <a:lnTo>
                  <a:pt x="266446" y="9525"/>
                </a:lnTo>
                <a:lnTo>
                  <a:pt x="264541" y="9144"/>
                </a:lnTo>
                <a:close/>
              </a:path>
              <a:path w="632459" h="44450">
                <a:moveTo>
                  <a:pt x="270509" y="28575"/>
                </a:moveTo>
                <a:lnTo>
                  <a:pt x="270255" y="28575"/>
                </a:lnTo>
                <a:lnTo>
                  <a:pt x="269748" y="29082"/>
                </a:lnTo>
                <a:lnTo>
                  <a:pt x="269176" y="29591"/>
                </a:lnTo>
                <a:lnTo>
                  <a:pt x="268224" y="30225"/>
                </a:lnTo>
                <a:lnTo>
                  <a:pt x="266953" y="30733"/>
                </a:lnTo>
                <a:lnTo>
                  <a:pt x="265811" y="31369"/>
                </a:lnTo>
                <a:lnTo>
                  <a:pt x="264413" y="31623"/>
                </a:lnTo>
                <a:lnTo>
                  <a:pt x="270509" y="31623"/>
                </a:lnTo>
                <a:lnTo>
                  <a:pt x="270509" y="28575"/>
                </a:lnTo>
                <a:close/>
              </a:path>
              <a:path w="632459" h="44450">
                <a:moveTo>
                  <a:pt x="270509" y="12953"/>
                </a:moveTo>
                <a:lnTo>
                  <a:pt x="264541" y="12953"/>
                </a:lnTo>
                <a:lnTo>
                  <a:pt x="265430" y="13207"/>
                </a:lnTo>
                <a:lnTo>
                  <a:pt x="266192" y="13335"/>
                </a:lnTo>
                <a:lnTo>
                  <a:pt x="267038" y="13716"/>
                </a:lnTo>
                <a:lnTo>
                  <a:pt x="267461" y="13970"/>
                </a:lnTo>
                <a:lnTo>
                  <a:pt x="268097" y="14224"/>
                </a:lnTo>
                <a:lnTo>
                  <a:pt x="268732" y="14604"/>
                </a:lnTo>
                <a:lnTo>
                  <a:pt x="269113" y="14986"/>
                </a:lnTo>
                <a:lnTo>
                  <a:pt x="269621" y="15240"/>
                </a:lnTo>
                <a:lnTo>
                  <a:pt x="270001" y="15494"/>
                </a:lnTo>
                <a:lnTo>
                  <a:pt x="270255" y="15748"/>
                </a:lnTo>
                <a:lnTo>
                  <a:pt x="270509" y="15748"/>
                </a:lnTo>
                <a:lnTo>
                  <a:pt x="270509" y="12953"/>
                </a:lnTo>
                <a:close/>
              </a:path>
              <a:path w="632459" h="44450">
                <a:moveTo>
                  <a:pt x="283591" y="22098"/>
                </a:moveTo>
                <a:lnTo>
                  <a:pt x="274929" y="22098"/>
                </a:lnTo>
                <a:lnTo>
                  <a:pt x="274320" y="23114"/>
                </a:lnTo>
                <a:lnTo>
                  <a:pt x="273557" y="24256"/>
                </a:lnTo>
                <a:lnTo>
                  <a:pt x="275463" y="33147"/>
                </a:lnTo>
                <a:lnTo>
                  <a:pt x="276098" y="33908"/>
                </a:lnTo>
                <a:lnTo>
                  <a:pt x="276986" y="34417"/>
                </a:lnTo>
                <a:lnTo>
                  <a:pt x="279357" y="35432"/>
                </a:lnTo>
                <a:lnTo>
                  <a:pt x="282765" y="35432"/>
                </a:lnTo>
                <a:lnTo>
                  <a:pt x="284670" y="34671"/>
                </a:lnTo>
                <a:lnTo>
                  <a:pt x="284861" y="34671"/>
                </a:lnTo>
                <a:lnTo>
                  <a:pt x="286384" y="33908"/>
                </a:lnTo>
                <a:lnTo>
                  <a:pt x="287020" y="33527"/>
                </a:lnTo>
                <a:lnTo>
                  <a:pt x="288163" y="32639"/>
                </a:lnTo>
                <a:lnTo>
                  <a:pt x="288544" y="32257"/>
                </a:lnTo>
                <a:lnTo>
                  <a:pt x="288925" y="32003"/>
                </a:lnTo>
                <a:lnTo>
                  <a:pt x="293116" y="32003"/>
                </a:lnTo>
                <a:lnTo>
                  <a:pt x="293116" y="31623"/>
                </a:lnTo>
                <a:lnTo>
                  <a:pt x="281220" y="31623"/>
                </a:lnTo>
                <a:lnTo>
                  <a:pt x="279950" y="31242"/>
                </a:lnTo>
                <a:lnTo>
                  <a:pt x="279679" y="31242"/>
                </a:lnTo>
                <a:lnTo>
                  <a:pt x="278917" y="30606"/>
                </a:lnTo>
                <a:lnTo>
                  <a:pt x="278003" y="29718"/>
                </a:lnTo>
                <a:lnTo>
                  <a:pt x="277622" y="28575"/>
                </a:lnTo>
                <a:lnTo>
                  <a:pt x="277622" y="25907"/>
                </a:lnTo>
                <a:lnTo>
                  <a:pt x="277876" y="24892"/>
                </a:lnTo>
                <a:lnTo>
                  <a:pt x="278638" y="24256"/>
                </a:lnTo>
                <a:lnTo>
                  <a:pt x="279400" y="23495"/>
                </a:lnTo>
                <a:lnTo>
                  <a:pt x="280066" y="23114"/>
                </a:lnTo>
                <a:lnTo>
                  <a:pt x="279907" y="23114"/>
                </a:lnTo>
                <a:lnTo>
                  <a:pt x="281432" y="22605"/>
                </a:lnTo>
                <a:lnTo>
                  <a:pt x="282321" y="22351"/>
                </a:lnTo>
                <a:lnTo>
                  <a:pt x="283591" y="22098"/>
                </a:lnTo>
                <a:close/>
              </a:path>
              <a:path w="632459" h="44450">
                <a:moveTo>
                  <a:pt x="293116" y="32003"/>
                </a:moveTo>
                <a:lnTo>
                  <a:pt x="288925" y="32003"/>
                </a:lnTo>
                <a:lnTo>
                  <a:pt x="288925" y="34671"/>
                </a:lnTo>
                <a:lnTo>
                  <a:pt x="293116" y="34671"/>
                </a:lnTo>
                <a:lnTo>
                  <a:pt x="293116" y="32003"/>
                </a:lnTo>
                <a:close/>
              </a:path>
              <a:path w="632459" h="44450">
                <a:moveTo>
                  <a:pt x="292198" y="13080"/>
                </a:moveTo>
                <a:lnTo>
                  <a:pt x="286003" y="13080"/>
                </a:lnTo>
                <a:lnTo>
                  <a:pt x="286638" y="13335"/>
                </a:lnTo>
                <a:lnTo>
                  <a:pt x="287274" y="13716"/>
                </a:lnTo>
                <a:lnTo>
                  <a:pt x="287782" y="14097"/>
                </a:lnTo>
                <a:lnTo>
                  <a:pt x="288417" y="14731"/>
                </a:lnTo>
                <a:lnTo>
                  <a:pt x="288264" y="14731"/>
                </a:lnTo>
                <a:lnTo>
                  <a:pt x="288417" y="15113"/>
                </a:lnTo>
                <a:lnTo>
                  <a:pt x="288798" y="15748"/>
                </a:lnTo>
                <a:lnTo>
                  <a:pt x="288817" y="16128"/>
                </a:lnTo>
                <a:lnTo>
                  <a:pt x="288937" y="18542"/>
                </a:lnTo>
                <a:lnTo>
                  <a:pt x="284607" y="18542"/>
                </a:lnTo>
                <a:lnTo>
                  <a:pt x="280797" y="19050"/>
                </a:lnTo>
                <a:lnTo>
                  <a:pt x="279146" y="19557"/>
                </a:lnTo>
                <a:lnTo>
                  <a:pt x="277749" y="20193"/>
                </a:lnTo>
                <a:lnTo>
                  <a:pt x="276225" y="20827"/>
                </a:lnTo>
                <a:lnTo>
                  <a:pt x="274796" y="22098"/>
                </a:lnTo>
                <a:lnTo>
                  <a:pt x="288925" y="22098"/>
                </a:lnTo>
                <a:lnTo>
                  <a:pt x="288925" y="28575"/>
                </a:lnTo>
                <a:lnTo>
                  <a:pt x="288036" y="29337"/>
                </a:lnTo>
                <a:lnTo>
                  <a:pt x="287020" y="30099"/>
                </a:lnTo>
                <a:lnTo>
                  <a:pt x="285876" y="30606"/>
                </a:lnTo>
                <a:lnTo>
                  <a:pt x="284861" y="31242"/>
                </a:lnTo>
                <a:lnTo>
                  <a:pt x="282956" y="31623"/>
                </a:lnTo>
                <a:lnTo>
                  <a:pt x="293116" y="31623"/>
                </a:lnTo>
                <a:lnTo>
                  <a:pt x="293046" y="15748"/>
                </a:lnTo>
                <a:lnTo>
                  <a:pt x="292931" y="15113"/>
                </a:lnTo>
                <a:lnTo>
                  <a:pt x="292861" y="14731"/>
                </a:lnTo>
                <a:lnTo>
                  <a:pt x="292480" y="13716"/>
                </a:lnTo>
                <a:lnTo>
                  <a:pt x="292311" y="13335"/>
                </a:lnTo>
                <a:lnTo>
                  <a:pt x="292198" y="13080"/>
                </a:lnTo>
                <a:close/>
              </a:path>
              <a:path w="632459" h="44450">
                <a:moveTo>
                  <a:pt x="286003" y="9271"/>
                </a:moveTo>
                <a:lnTo>
                  <a:pt x="280034" y="9271"/>
                </a:lnTo>
                <a:lnTo>
                  <a:pt x="277113" y="9778"/>
                </a:lnTo>
                <a:lnTo>
                  <a:pt x="276098" y="10032"/>
                </a:lnTo>
                <a:lnTo>
                  <a:pt x="275336" y="10287"/>
                </a:lnTo>
                <a:lnTo>
                  <a:pt x="275358" y="11049"/>
                </a:lnTo>
                <a:lnTo>
                  <a:pt x="275466" y="14731"/>
                </a:lnTo>
                <a:lnTo>
                  <a:pt x="275183" y="14731"/>
                </a:lnTo>
                <a:lnTo>
                  <a:pt x="276580" y="14097"/>
                </a:lnTo>
                <a:lnTo>
                  <a:pt x="276436" y="14097"/>
                </a:lnTo>
                <a:lnTo>
                  <a:pt x="277706" y="13716"/>
                </a:lnTo>
                <a:lnTo>
                  <a:pt x="277495" y="13716"/>
                </a:lnTo>
                <a:lnTo>
                  <a:pt x="279400" y="13335"/>
                </a:lnTo>
                <a:lnTo>
                  <a:pt x="280331" y="13080"/>
                </a:lnTo>
                <a:lnTo>
                  <a:pt x="292198" y="13080"/>
                </a:lnTo>
                <a:lnTo>
                  <a:pt x="291973" y="12573"/>
                </a:lnTo>
                <a:lnTo>
                  <a:pt x="291338" y="11683"/>
                </a:lnTo>
                <a:lnTo>
                  <a:pt x="290449" y="11049"/>
                </a:lnTo>
                <a:lnTo>
                  <a:pt x="289432" y="10287"/>
                </a:lnTo>
                <a:lnTo>
                  <a:pt x="288417" y="9778"/>
                </a:lnTo>
                <a:lnTo>
                  <a:pt x="287274" y="9525"/>
                </a:lnTo>
                <a:lnTo>
                  <a:pt x="286003" y="9271"/>
                </a:lnTo>
                <a:close/>
              </a:path>
              <a:path w="632459" h="44450">
                <a:moveTo>
                  <a:pt x="303911" y="9905"/>
                </a:moveTo>
                <a:lnTo>
                  <a:pt x="299720" y="9905"/>
                </a:lnTo>
                <a:lnTo>
                  <a:pt x="299720" y="34671"/>
                </a:lnTo>
                <a:lnTo>
                  <a:pt x="303911" y="34671"/>
                </a:lnTo>
                <a:lnTo>
                  <a:pt x="303911" y="16255"/>
                </a:lnTo>
                <a:lnTo>
                  <a:pt x="303765" y="16255"/>
                </a:lnTo>
                <a:lnTo>
                  <a:pt x="304926" y="15240"/>
                </a:lnTo>
                <a:lnTo>
                  <a:pt x="306070" y="14477"/>
                </a:lnTo>
                <a:lnTo>
                  <a:pt x="307086" y="13843"/>
                </a:lnTo>
                <a:lnTo>
                  <a:pt x="308514" y="13207"/>
                </a:lnTo>
                <a:lnTo>
                  <a:pt x="318750" y="13207"/>
                </a:lnTo>
                <a:lnTo>
                  <a:pt x="318213" y="12573"/>
                </a:lnTo>
                <a:lnTo>
                  <a:pt x="303911" y="12573"/>
                </a:lnTo>
                <a:lnTo>
                  <a:pt x="303911" y="9905"/>
                </a:lnTo>
                <a:close/>
              </a:path>
              <a:path w="632459" h="44450">
                <a:moveTo>
                  <a:pt x="318743" y="13462"/>
                </a:moveTo>
                <a:lnTo>
                  <a:pt x="312928" y="13462"/>
                </a:lnTo>
                <a:lnTo>
                  <a:pt x="313436" y="13843"/>
                </a:lnTo>
                <a:lnTo>
                  <a:pt x="314039" y="14477"/>
                </a:lnTo>
                <a:lnTo>
                  <a:pt x="315086" y="34671"/>
                </a:lnTo>
                <a:lnTo>
                  <a:pt x="319278" y="34671"/>
                </a:lnTo>
                <a:lnTo>
                  <a:pt x="319211" y="15240"/>
                </a:lnTo>
                <a:lnTo>
                  <a:pt x="318843" y="13843"/>
                </a:lnTo>
                <a:lnTo>
                  <a:pt x="318743" y="13462"/>
                </a:lnTo>
                <a:close/>
              </a:path>
              <a:path w="632459" h="44450">
                <a:moveTo>
                  <a:pt x="312293" y="13207"/>
                </a:moveTo>
                <a:lnTo>
                  <a:pt x="308800" y="13207"/>
                </a:lnTo>
                <a:lnTo>
                  <a:pt x="307657" y="13462"/>
                </a:lnTo>
                <a:lnTo>
                  <a:pt x="312928" y="13462"/>
                </a:lnTo>
                <a:lnTo>
                  <a:pt x="312293" y="13207"/>
                </a:lnTo>
                <a:close/>
              </a:path>
              <a:path w="632459" h="44450">
                <a:moveTo>
                  <a:pt x="313944" y="9017"/>
                </a:moveTo>
                <a:lnTo>
                  <a:pt x="310134" y="9017"/>
                </a:lnTo>
                <a:lnTo>
                  <a:pt x="308863" y="9398"/>
                </a:lnTo>
                <a:lnTo>
                  <a:pt x="307594" y="9905"/>
                </a:lnTo>
                <a:lnTo>
                  <a:pt x="306324" y="10541"/>
                </a:lnTo>
                <a:lnTo>
                  <a:pt x="305180" y="11429"/>
                </a:lnTo>
                <a:lnTo>
                  <a:pt x="303911" y="12573"/>
                </a:lnTo>
                <a:lnTo>
                  <a:pt x="318213" y="12573"/>
                </a:lnTo>
                <a:lnTo>
                  <a:pt x="317246" y="11429"/>
                </a:lnTo>
                <a:lnTo>
                  <a:pt x="315849" y="9905"/>
                </a:lnTo>
                <a:lnTo>
                  <a:pt x="313944" y="9017"/>
                </a:lnTo>
                <a:close/>
              </a:path>
              <a:path w="632459" h="44450">
                <a:moveTo>
                  <a:pt x="330200" y="0"/>
                </a:moveTo>
                <a:lnTo>
                  <a:pt x="325247" y="0"/>
                </a:lnTo>
                <a:lnTo>
                  <a:pt x="326263" y="12826"/>
                </a:lnTo>
                <a:lnTo>
                  <a:pt x="329311" y="12826"/>
                </a:lnTo>
                <a:lnTo>
                  <a:pt x="330200" y="0"/>
                </a:lnTo>
                <a:close/>
              </a:path>
              <a:path w="632459" h="44450">
                <a:moveTo>
                  <a:pt x="347345" y="34671"/>
                </a:moveTo>
                <a:lnTo>
                  <a:pt x="339699" y="34671"/>
                </a:lnTo>
                <a:lnTo>
                  <a:pt x="341122" y="35178"/>
                </a:lnTo>
                <a:lnTo>
                  <a:pt x="345566" y="35178"/>
                </a:lnTo>
                <a:lnTo>
                  <a:pt x="347345" y="34671"/>
                </a:lnTo>
                <a:close/>
              </a:path>
              <a:path w="632459" h="44450">
                <a:moveTo>
                  <a:pt x="340359" y="13207"/>
                </a:moveTo>
                <a:lnTo>
                  <a:pt x="336169" y="13207"/>
                </a:lnTo>
                <a:lnTo>
                  <a:pt x="336208" y="29972"/>
                </a:lnTo>
                <a:lnTo>
                  <a:pt x="336803" y="31876"/>
                </a:lnTo>
                <a:lnTo>
                  <a:pt x="338074" y="33274"/>
                </a:lnTo>
                <a:lnTo>
                  <a:pt x="339471" y="34671"/>
                </a:lnTo>
                <a:lnTo>
                  <a:pt x="348107" y="34671"/>
                </a:lnTo>
                <a:lnTo>
                  <a:pt x="348107" y="31242"/>
                </a:lnTo>
                <a:lnTo>
                  <a:pt x="342392" y="31242"/>
                </a:lnTo>
                <a:lnTo>
                  <a:pt x="341375" y="30733"/>
                </a:lnTo>
                <a:lnTo>
                  <a:pt x="341122" y="30479"/>
                </a:lnTo>
                <a:lnTo>
                  <a:pt x="340868" y="29972"/>
                </a:lnTo>
                <a:lnTo>
                  <a:pt x="340613" y="29337"/>
                </a:lnTo>
                <a:lnTo>
                  <a:pt x="340486" y="28701"/>
                </a:lnTo>
                <a:lnTo>
                  <a:pt x="340359" y="13207"/>
                </a:lnTo>
                <a:close/>
              </a:path>
              <a:path w="632459" h="44450">
                <a:moveTo>
                  <a:pt x="348107" y="30733"/>
                </a:moveTo>
                <a:lnTo>
                  <a:pt x="346075" y="31242"/>
                </a:lnTo>
                <a:lnTo>
                  <a:pt x="348107" y="31242"/>
                </a:lnTo>
                <a:lnTo>
                  <a:pt x="348107" y="30733"/>
                </a:lnTo>
                <a:close/>
              </a:path>
              <a:path w="632459" h="44450">
                <a:moveTo>
                  <a:pt x="348107" y="9778"/>
                </a:moveTo>
                <a:lnTo>
                  <a:pt x="333375" y="9778"/>
                </a:lnTo>
                <a:lnTo>
                  <a:pt x="333375" y="13207"/>
                </a:lnTo>
                <a:lnTo>
                  <a:pt x="348107" y="13207"/>
                </a:lnTo>
                <a:lnTo>
                  <a:pt x="348107" y="9778"/>
                </a:lnTo>
                <a:close/>
              </a:path>
              <a:path w="632459" h="44450">
                <a:moveTo>
                  <a:pt x="340359" y="2540"/>
                </a:moveTo>
                <a:lnTo>
                  <a:pt x="336169" y="2540"/>
                </a:lnTo>
                <a:lnTo>
                  <a:pt x="336169" y="9778"/>
                </a:lnTo>
                <a:lnTo>
                  <a:pt x="340359" y="9778"/>
                </a:lnTo>
                <a:lnTo>
                  <a:pt x="340359" y="2540"/>
                </a:lnTo>
                <a:close/>
              </a:path>
              <a:path w="632459" h="44450">
                <a:moveTo>
                  <a:pt x="382778" y="33527"/>
                </a:moveTo>
                <a:lnTo>
                  <a:pt x="370586" y="33527"/>
                </a:lnTo>
                <a:lnTo>
                  <a:pt x="371728" y="34163"/>
                </a:lnTo>
                <a:lnTo>
                  <a:pt x="372787" y="34671"/>
                </a:lnTo>
                <a:lnTo>
                  <a:pt x="373380" y="34925"/>
                </a:lnTo>
                <a:lnTo>
                  <a:pt x="374396" y="35178"/>
                </a:lnTo>
                <a:lnTo>
                  <a:pt x="375538" y="35432"/>
                </a:lnTo>
                <a:lnTo>
                  <a:pt x="379857" y="35432"/>
                </a:lnTo>
                <a:lnTo>
                  <a:pt x="382270" y="34163"/>
                </a:lnTo>
                <a:lnTo>
                  <a:pt x="382778" y="33527"/>
                </a:lnTo>
                <a:close/>
              </a:path>
              <a:path w="632459" h="44450">
                <a:moveTo>
                  <a:pt x="370586" y="0"/>
                </a:moveTo>
                <a:lnTo>
                  <a:pt x="366395" y="0"/>
                </a:lnTo>
                <a:lnTo>
                  <a:pt x="366395" y="34671"/>
                </a:lnTo>
                <a:lnTo>
                  <a:pt x="370332" y="34671"/>
                </a:lnTo>
                <a:lnTo>
                  <a:pt x="370586" y="33527"/>
                </a:lnTo>
                <a:lnTo>
                  <a:pt x="382778" y="33527"/>
                </a:lnTo>
                <a:lnTo>
                  <a:pt x="384301" y="31623"/>
                </a:lnTo>
                <a:lnTo>
                  <a:pt x="374523" y="31623"/>
                </a:lnTo>
                <a:lnTo>
                  <a:pt x="373380" y="31242"/>
                </a:lnTo>
                <a:lnTo>
                  <a:pt x="372787" y="31242"/>
                </a:lnTo>
                <a:lnTo>
                  <a:pt x="371601" y="30733"/>
                </a:lnTo>
                <a:lnTo>
                  <a:pt x="370586" y="30225"/>
                </a:lnTo>
                <a:lnTo>
                  <a:pt x="370586" y="15875"/>
                </a:lnTo>
                <a:lnTo>
                  <a:pt x="371475" y="15113"/>
                </a:lnTo>
                <a:lnTo>
                  <a:pt x="372618" y="14350"/>
                </a:lnTo>
                <a:lnTo>
                  <a:pt x="374903" y="13335"/>
                </a:lnTo>
                <a:lnTo>
                  <a:pt x="376047" y="13080"/>
                </a:lnTo>
                <a:lnTo>
                  <a:pt x="385268" y="13080"/>
                </a:lnTo>
                <a:lnTo>
                  <a:pt x="384718" y="12319"/>
                </a:lnTo>
                <a:lnTo>
                  <a:pt x="370586" y="12319"/>
                </a:lnTo>
                <a:lnTo>
                  <a:pt x="370586" y="0"/>
                </a:lnTo>
                <a:close/>
              </a:path>
              <a:path w="632459" h="44450">
                <a:moveTo>
                  <a:pt x="385268" y="13080"/>
                </a:moveTo>
                <a:lnTo>
                  <a:pt x="379222" y="13080"/>
                </a:lnTo>
                <a:lnTo>
                  <a:pt x="380619" y="13843"/>
                </a:lnTo>
                <a:lnTo>
                  <a:pt x="381634" y="15367"/>
                </a:lnTo>
                <a:lnTo>
                  <a:pt x="382524" y="16891"/>
                </a:lnTo>
                <a:lnTo>
                  <a:pt x="382905" y="19176"/>
                </a:lnTo>
                <a:lnTo>
                  <a:pt x="382905" y="25400"/>
                </a:lnTo>
                <a:lnTo>
                  <a:pt x="378205" y="31623"/>
                </a:lnTo>
                <a:lnTo>
                  <a:pt x="384301" y="31623"/>
                </a:lnTo>
                <a:lnTo>
                  <a:pt x="386227" y="29337"/>
                </a:lnTo>
                <a:lnTo>
                  <a:pt x="386710" y="27813"/>
                </a:lnTo>
                <a:lnTo>
                  <a:pt x="387223" y="25907"/>
                </a:lnTo>
                <a:lnTo>
                  <a:pt x="387223" y="17779"/>
                </a:lnTo>
                <a:lnTo>
                  <a:pt x="386746" y="15875"/>
                </a:lnTo>
                <a:lnTo>
                  <a:pt x="386619" y="15367"/>
                </a:lnTo>
                <a:lnTo>
                  <a:pt x="386556" y="15113"/>
                </a:lnTo>
                <a:lnTo>
                  <a:pt x="386461" y="14731"/>
                </a:lnTo>
                <a:lnTo>
                  <a:pt x="385268" y="13080"/>
                </a:lnTo>
                <a:close/>
              </a:path>
              <a:path w="632459" h="44450">
                <a:moveTo>
                  <a:pt x="381000" y="9017"/>
                </a:moveTo>
                <a:lnTo>
                  <a:pt x="376682" y="9017"/>
                </a:lnTo>
                <a:lnTo>
                  <a:pt x="375284" y="9398"/>
                </a:lnTo>
                <a:lnTo>
                  <a:pt x="372745" y="10668"/>
                </a:lnTo>
                <a:lnTo>
                  <a:pt x="371601" y="11429"/>
                </a:lnTo>
                <a:lnTo>
                  <a:pt x="370586" y="12319"/>
                </a:lnTo>
                <a:lnTo>
                  <a:pt x="384718" y="12319"/>
                </a:lnTo>
                <a:lnTo>
                  <a:pt x="383159" y="10160"/>
                </a:lnTo>
                <a:lnTo>
                  <a:pt x="381000" y="9017"/>
                </a:lnTo>
                <a:close/>
              </a:path>
              <a:path w="632459" h="44450">
                <a:moveTo>
                  <a:pt x="403732" y="9017"/>
                </a:moveTo>
                <a:lnTo>
                  <a:pt x="398780" y="9017"/>
                </a:lnTo>
                <a:lnTo>
                  <a:pt x="395986" y="10287"/>
                </a:lnTo>
                <a:lnTo>
                  <a:pt x="391668" y="15113"/>
                </a:lnTo>
                <a:lnTo>
                  <a:pt x="390895" y="17525"/>
                </a:lnTo>
                <a:lnTo>
                  <a:pt x="390651" y="18415"/>
                </a:lnTo>
                <a:lnTo>
                  <a:pt x="390651" y="26543"/>
                </a:lnTo>
                <a:lnTo>
                  <a:pt x="391703" y="29464"/>
                </a:lnTo>
                <a:lnTo>
                  <a:pt x="391922" y="29845"/>
                </a:lnTo>
                <a:lnTo>
                  <a:pt x="393953" y="31876"/>
                </a:lnTo>
                <a:lnTo>
                  <a:pt x="396113" y="34163"/>
                </a:lnTo>
                <a:lnTo>
                  <a:pt x="399288" y="35305"/>
                </a:lnTo>
                <a:lnTo>
                  <a:pt x="404495" y="35305"/>
                </a:lnTo>
                <a:lnTo>
                  <a:pt x="408304" y="34544"/>
                </a:lnTo>
                <a:lnTo>
                  <a:pt x="409194" y="34163"/>
                </a:lnTo>
                <a:lnTo>
                  <a:pt x="409955" y="33908"/>
                </a:lnTo>
                <a:lnTo>
                  <a:pt x="411226" y="33400"/>
                </a:lnTo>
                <a:lnTo>
                  <a:pt x="411734" y="33147"/>
                </a:lnTo>
                <a:lnTo>
                  <a:pt x="411734" y="31623"/>
                </a:lnTo>
                <a:lnTo>
                  <a:pt x="400557" y="31623"/>
                </a:lnTo>
                <a:lnTo>
                  <a:pt x="398526" y="30861"/>
                </a:lnTo>
                <a:lnTo>
                  <a:pt x="397245" y="29464"/>
                </a:lnTo>
                <a:lnTo>
                  <a:pt x="395605" y="27813"/>
                </a:lnTo>
                <a:lnTo>
                  <a:pt x="394970" y="25526"/>
                </a:lnTo>
                <a:lnTo>
                  <a:pt x="394970" y="22605"/>
                </a:lnTo>
                <a:lnTo>
                  <a:pt x="412242" y="22605"/>
                </a:lnTo>
                <a:lnTo>
                  <a:pt x="412242" y="19430"/>
                </a:lnTo>
                <a:lnTo>
                  <a:pt x="394970" y="19430"/>
                </a:lnTo>
                <a:lnTo>
                  <a:pt x="394970" y="18415"/>
                </a:lnTo>
                <a:lnTo>
                  <a:pt x="395224" y="17525"/>
                </a:lnTo>
                <a:lnTo>
                  <a:pt x="395550" y="16764"/>
                </a:lnTo>
                <a:lnTo>
                  <a:pt x="395859" y="15875"/>
                </a:lnTo>
                <a:lnTo>
                  <a:pt x="396367" y="15113"/>
                </a:lnTo>
                <a:lnTo>
                  <a:pt x="397509" y="13970"/>
                </a:lnTo>
                <a:lnTo>
                  <a:pt x="398399" y="13335"/>
                </a:lnTo>
                <a:lnTo>
                  <a:pt x="399161" y="13080"/>
                </a:lnTo>
                <a:lnTo>
                  <a:pt x="410559" y="13080"/>
                </a:lnTo>
                <a:lnTo>
                  <a:pt x="409448" y="11811"/>
                </a:lnTo>
                <a:lnTo>
                  <a:pt x="408559" y="10922"/>
                </a:lnTo>
                <a:lnTo>
                  <a:pt x="407712" y="10287"/>
                </a:lnTo>
                <a:lnTo>
                  <a:pt x="407966" y="10287"/>
                </a:lnTo>
                <a:lnTo>
                  <a:pt x="406273" y="9778"/>
                </a:lnTo>
                <a:lnTo>
                  <a:pt x="405130" y="9271"/>
                </a:lnTo>
                <a:lnTo>
                  <a:pt x="403732" y="9017"/>
                </a:lnTo>
                <a:close/>
              </a:path>
              <a:path w="632459" h="44450">
                <a:moveTo>
                  <a:pt x="411734" y="28575"/>
                </a:moveTo>
                <a:lnTo>
                  <a:pt x="411480" y="28575"/>
                </a:lnTo>
                <a:lnTo>
                  <a:pt x="411099" y="28828"/>
                </a:lnTo>
                <a:lnTo>
                  <a:pt x="410464" y="29464"/>
                </a:lnTo>
                <a:lnTo>
                  <a:pt x="410209" y="29464"/>
                </a:lnTo>
                <a:lnTo>
                  <a:pt x="409701" y="29845"/>
                </a:lnTo>
                <a:lnTo>
                  <a:pt x="409067" y="30099"/>
                </a:lnTo>
                <a:lnTo>
                  <a:pt x="407543" y="30861"/>
                </a:lnTo>
                <a:lnTo>
                  <a:pt x="406399" y="31242"/>
                </a:lnTo>
                <a:lnTo>
                  <a:pt x="405892" y="31242"/>
                </a:lnTo>
                <a:lnTo>
                  <a:pt x="404558" y="31623"/>
                </a:lnTo>
                <a:lnTo>
                  <a:pt x="411734" y="31623"/>
                </a:lnTo>
                <a:lnTo>
                  <a:pt x="411734" y="28575"/>
                </a:lnTo>
                <a:close/>
              </a:path>
              <a:path w="632459" h="44450">
                <a:moveTo>
                  <a:pt x="410478" y="13080"/>
                </a:moveTo>
                <a:lnTo>
                  <a:pt x="405045" y="13080"/>
                </a:lnTo>
                <a:lnTo>
                  <a:pt x="405638" y="13335"/>
                </a:lnTo>
                <a:lnTo>
                  <a:pt x="406247" y="13970"/>
                </a:lnTo>
                <a:lnTo>
                  <a:pt x="406653" y="14477"/>
                </a:lnTo>
                <a:lnTo>
                  <a:pt x="407225" y="15113"/>
                </a:lnTo>
                <a:lnTo>
                  <a:pt x="407564" y="15875"/>
                </a:lnTo>
                <a:lnTo>
                  <a:pt x="407742" y="16764"/>
                </a:lnTo>
                <a:lnTo>
                  <a:pt x="407942" y="17525"/>
                </a:lnTo>
                <a:lnTo>
                  <a:pt x="408065" y="18415"/>
                </a:lnTo>
                <a:lnTo>
                  <a:pt x="408178" y="19430"/>
                </a:lnTo>
                <a:lnTo>
                  <a:pt x="412242" y="19430"/>
                </a:lnTo>
                <a:lnTo>
                  <a:pt x="412242" y="18415"/>
                </a:lnTo>
                <a:lnTo>
                  <a:pt x="412105" y="17525"/>
                </a:lnTo>
                <a:lnTo>
                  <a:pt x="411988" y="16764"/>
                </a:lnTo>
                <a:lnTo>
                  <a:pt x="410972" y="13970"/>
                </a:lnTo>
                <a:lnTo>
                  <a:pt x="410478" y="13080"/>
                </a:lnTo>
                <a:close/>
              </a:path>
              <a:path w="632459" h="44450">
                <a:moveTo>
                  <a:pt x="443611" y="34798"/>
                </a:moveTo>
                <a:lnTo>
                  <a:pt x="435906" y="34798"/>
                </a:lnTo>
                <a:lnTo>
                  <a:pt x="438023" y="35432"/>
                </a:lnTo>
                <a:lnTo>
                  <a:pt x="440435" y="35432"/>
                </a:lnTo>
                <a:lnTo>
                  <a:pt x="443611" y="34798"/>
                </a:lnTo>
                <a:close/>
              </a:path>
              <a:path w="632459" h="44450">
                <a:moveTo>
                  <a:pt x="442976" y="9144"/>
                </a:moveTo>
                <a:lnTo>
                  <a:pt x="438827" y="9144"/>
                </a:lnTo>
                <a:lnTo>
                  <a:pt x="437430" y="9525"/>
                </a:lnTo>
                <a:lnTo>
                  <a:pt x="437642" y="9525"/>
                </a:lnTo>
                <a:lnTo>
                  <a:pt x="436371" y="10160"/>
                </a:lnTo>
                <a:lnTo>
                  <a:pt x="435165" y="10795"/>
                </a:lnTo>
                <a:lnTo>
                  <a:pt x="434213" y="11429"/>
                </a:lnTo>
                <a:lnTo>
                  <a:pt x="433324" y="12573"/>
                </a:lnTo>
                <a:lnTo>
                  <a:pt x="432307" y="13716"/>
                </a:lnTo>
                <a:lnTo>
                  <a:pt x="431546" y="15113"/>
                </a:lnTo>
                <a:lnTo>
                  <a:pt x="430985" y="16891"/>
                </a:lnTo>
                <a:lnTo>
                  <a:pt x="430403" y="18288"/>
                </a:lnTo>
                <a:lnTo>
                  <a:pt x="430267" y="19303"/>
                </a:lnTo>
                <a:lnTo>
                  <a:pt x="430250" y="25273"/>
                </a:lnTo>
                <a:lnTo>
                  <a:pt x="430403" y="26416"/>
                </a:lnTo>
                <a:lnTo>
                  <a:pt x="430688" y="27558"/>
                </a:lnTo>
                <a:lnTo>
                  <a:pt x="430784" y="27940"/>
                </a:lnTo>
                <a:lnTo>
                  <a:pt x="436067" y="34798"/>
                </a:lnTo>
                <a:lnTo>
                  <a:pt x="443060" y="34798"/>
                </a:lnTo>
                <a:lnTo>
                  <a:pt x="444119" y="34163"/>
                </a:lnTo>
                <a:lnTo>
                  <a:pt x="444753" y="33908"/>
                </a:lnTo>
                <a:lnTo>
                  <a:pt x="445134" y="33527"/>
                </a:lnTo>
                <a:lnTo>
                  <a:pt x="445643" y="33147"/>
                </a:lnTo>
                <a:lnTo>
                  <a:pt x="446913" y="32130"/>
                </a:lnTo>
                <a:lnTo>
                  <a:pt x="451103" y="32130"/>
                </a:lnTo>
                <a:lnTo>
                  <a:pt x="451103" y="31369"/>
                </a:lnTo>
                <a:lnTo>
                  <a:pt x="438276" y="31369"/>
                </a:lnTo>
                <a:lnTo>
                  <a:pt x="436880" y="30606"/>
                </a:lnTo>
                <a:lnTo>
                  <a:pt x="435863" y="29082"/>
                </a:lnTo>
                <a:lnTo>
                  <a:pt x="434975" y="27558"/>
                </a:lnTo>
                <a:lnTo>
                  <a:pt x="434467" y="25273"/>
                </a:lnTo>
                <a:lnTo>
                  <a:pt x="434467" y="19303"/>
                </a:lnTo>
                <a:lnTo>
                  <a:pt x="435101" y="16891"/>
                </a:lnTo>
                <a:lnTo>
                  <a:pt x="436372" y="15367"/>
                </a:lnTo>
                <a:lnTo>
                  <a:pt x="437515" y="13716"/>
                </a:lnTo>
                <a:lnTo>
                  <a:pt x="439293" y="12953"/>
                </a:lnTo>
                <a:lnTo>
                  <a:pt x="451103" y="12953"/>
                </a:lnTo>
                <a:lnTo>
                  <a:pt x="451103" y="10795"/>
                </a:lnTo>
                <a:lnTo>
                  <a:pt x="446913" y="10795"/>
                </a:lnTo>
                <a:lnTo>
                  <a:pt x="445897" y="10160"/>
                </a:lnTo>
                <a:lnTo>
                  <a:pt x="444880" y="9778"/>
                </a:lnTo>
                <a:lnTo>
                  <a:pt x="443992" y="9525"/>
                </a:lnTo>
                <a:lnTo>
                  <a:pt x="442976" y="9144"/>
                </a:lnTo>
                <a:close/>
              </a:path>
              <a:path w="632459" h="44450">
                <a:moveTo>
                  <a:pt x="451103" y="32130"/>
                </a:moveTo>
                <a:lnTo>
                  <a:pt x="446913" y="32130"/>
                </a:lnTo>
                <a:lnTo>
                  <a:pt x="446913" y="34798"/>
                </a:lnTo>
                <a:lnTo>
                  <a:pt x="451103" y="34798"/>
                </a:lnTo>
                <a:lnTo>
                  <a:pt x="451103" y="32130"/>
                </a:lnTo>
                <a:close/>
              </a:path>
              <a:path w="632459" h="44450">
                <a:moveTo>
                  <a:pt x="451103" y="12953"/>
                </a:moveTo>
                <a:lnTo>
                  <a:pt x="443230" y="12953"/>
                </a:lnTo>
                <a:lnTo>
                  <a:pt x="444119" y="13207"/>
                </a:lnTo>
                <a:lnTo>
                  <a:pt x="444880" y="13335"/>
                </a:lnTo>
                <a:lnTo>
                  <a:pt x="445897" y="13716"/>
                </a:lnTo>
                <a:lnTo>
                  <a:pt x="446913" y="14224"/>
                </a:lnTo>
                <a:lnTo>
                  <a:pt x="446913" y="28575"/>
                </a:lnTo>
                <a:lnTo>
                  <a:pt x="441451" y="31369"/>
                </a:lnTo>
                <a:lnTo>
                  <a:pt x="451103" y="31369"/>
                </a:lnTo>
                <a:lnTo>
                  <a:pt x="451103" y="12953"/>
                </a:lnTo>
                <a:close/>
              </a:path>
              <a:path w="632459" h="44450">
                <a:moveTo>
                  <a:pt x="451103" y="0"/>
                </a:moveTo>
                <a:lnTo>
                  <a:pt x="446913" y="0"/>
                </a:lnTo>
                <a:lnTo>
                  <a:pt x="446913" y="10795"/>
                </a:lnTo>
                <a:lnTo>
                  <a:pt x="451103" y="10795"/>
                </a:lnTo>
                <a:lnTo>
                  <a:pt x="451103" y="0"/>
                </a:lnTo>
                <a:close/>
              </a:path>
              <a:path w="632459" h="44450">
                <a:moveTo>
                  <a:pt x="462153" y="9778"/>
                </a:moveTo>
                <a:lnTo>
                  <a:pt x="457961" y="9778"/>
                </a:lnTo>
                <a:lnTo>
                  <a:pt x="457961" y="34671"/>
                </a:lnTo>
                <a:lnTo>
                  <a:pt x="462153" y="34671"/>
                </a:lnTo>
                <a:lnTo>
                  <a:pt x="462153" y="9778"/>
                </a:lnTo>
                <a:close/>
              </a:path>
              <a:path w="632459" h="44450">
                <a:moveTo>
                  <a:pt x="462534" y="1270"/>
                </a:moveTo>
                <a:lnTo>
                  <a:pt x="457707" y="1270"/>
                </a:lnTo>
                <a:lnTo>
                  <a:pt x="457707" y="5588"/>
                </a:lnTo>
                <a:lnTo>
                  <a:pt x="462534" y="5588"/>
                </a:lnTo>
                <a:lnTo>
                  <a:pt x="462534" y="1270"/>
                </a:lnTo>
                <a:close/>
              </a:path>
              <a:path w="632459" h="44450">
                <a:moveTo>
                  <a:pt x="467359" y="28448"/>
                </a:moveTo>
                <a:lnTo>
                  <a:pt x="467105" y="28448"/>
                </a:lnTo>
                <a:lnTo>
                  <a:pt x="467105" y="33147"/>
                </a:lnTo>
                <a:lnTo>
                  <a:pt x="473709" y="35305"/>
                </a:lnTo>
                <a:lnTo>
                  <a:pt x="477138" y="35305"/>
                </a:lnTo>
                <a:lnTo>
                  <a:pt x="484124" y="31496"/>
                </a:lnTo>
                <a:lnTo>
                  <a:pt x="473392" y="31496"/>
                </a:lnTo>
                <a:lnTo>
                  <a:pt x="472059" y="31115"/>
                </a:lnTo>
                <a:lnTo>
                  <a:pt x="471297" y="30861"/>
                </a:lnTo>
                <a:lnTo>
                  <a:pt x="470026" y="30225"/>
                </a:lnTo>
                <a:lnTo>
                  <a:pt x="469138" y="29718"/>
                </a:lnTo>
                <a:lnTo>
                  <a:pt x="468968" y="29718"/>
                </a:lnTo>
                <a:lnTo>
                  <a:pt x="468122" y="29082"/>
                </a:lnTo>
                <a:lnTo>
                  <a:pt x="467741" y="28828"/>
                </a:lnTo>
                <a:lnTo>
                  <a:pt x="467359" y="28448"/>
                </a:lnTo>
                <a:close/>
              </a:path>
              <a:path w="632459" h="44450">
                <a:moveTo>
                  <a:pt x="484793" y="24383"/>
                </a:moveTo>
                <a:lnTo>
                  <a:pt x="476630" y="24383"/>
                </a:lnTo>
                <a:lnTo>
                  <a:pt x="478536" y="24892"/>
                </a:lnTo>
                <a:lnTo>
                  <a:pt x="479551" y="25273"/>
                </a:lnTo>
                <a:lnTo>
                  <a:pt x="480568" y="26289"/>
                </a:lnTo>
                <a:lnTo>
                  <a:pt x="480822" y="27050"/>
                </a:lnTo>
                <a:lnTo>
                  <a:pt x="480822" y="29718"/>
                </a:lnTo>
                <a:lnTo>
                  <a:pt x="480652" y="29718"/>
                </a:lnTo>
                <a:lnTo>
                  <a:pt x="480313" y="30225"/>
                </a:lnTo>
                <a:lnTo>
                  <a:pt x="479932" y="30606"/>
                </a:lnTo>
                <a:lnTo>
                  <a:pt x="479425" y="30861"/>
                </a:lnTo>
                <a:lnTo>
                  <a:pt x="479044" y="31115"/>
                </a:lnTo>
                <a:lnTo>
                  <a:pt x="478091" y="31496"/>
                </a:lnTo>
                <a:lnTo>
                  <a:pt x="484124" y="31496"/>
                </a:lnTo>
                <a:lnTo>
                  <a:pt x="484287" y="31115"/>
                </a:lnTo>
                <a:lnTo>
                  <a:pt x="484396" y="30861"/>
                </a:lnTo>
                <a:lnTo>
                  <a:pt x="484505" y="30606"/>
                </a:lnTo>
                <a:lnTo>
                  <a:pt x="484949" y="29718"/>
                </a:lnTo>
                <a:lnTo>
                  <a:pt x="484932" y="24892"/>
                </a:lnTo>
                <a:lnTo>
                  <a:pt x="484793" y="24383"/>
                </a:lnTo>
                <a:close/>
              </a:path>
              <a:path w="632459" h="44450">
                <a:moveTo>
                  <a:pt x="474218" y="23875"/>
                </a:moveTo>
                <a:lnTo>
                  <a:pt x="473329" y="23875"/>
                </a:lnTo>
                <a:lnTo>
                  <a:pt x="476884" y="24383"/>
                </a:lnTo>
                <a:lnTo>
                  <a:pt x="475996" y="24383"/>
                </a:lnTo>
                <a:lnTo>
                  <a:pt x="474218" y="23875"/>
                </a:lnTo>
                <a:close/>
              </a:path>
              <a:path w="632459" h="44450">
                <a:moveTo>
                  <a:pt x="475614" y="20066"/>
                </a:moveTo>
                <a:lnTo>
                  <a:pt x="467811" y="20066"/>
                </a:lnTo>
                <a:lnTo>
                  <a:pt x="469392" y="22098"/>
                </a:lnTo>
                <a:lnTo>
                  <a:pt x="470788" y="22987"/>
                </a:lnTo>
                <a:lnTo>
                  <a:pt x="472694" y="23495"/>
                </a:lnTo>
                <a:lnTo>
                  <a:pt x="473836" y="23875"/>
                </a:lnTo>
                <a:lnTo>
                  <a:pt x="484422" y="23875"/>
                </a:lnTo>
                <a:lnTo>
                  <a:pt x="482853" y="22098"/>
                </a:lnTo>
                <a:lnTo>
                  <a:pt x="481457" y="21336"/>
                </a:lnTo>
                <a:lnTo>
                  <a:pt x="479551" y="20827"/>
                </a:lnTo>
                <a:lnTo>
                  <a:pt x="478790" y="20574"/>
                </a:lnTo>
                <a:lnTo>
                  <a:pt x="475614" y="20066"/>
                </a:lnTo>
                <a:close/>
              </a:path>
              <a:path w="632459" h="44450">
                <a:moveTo>
                  <a:pt x="479298" y="9271"/>
                </a:moveTo>
                <a:lnTo>
                  <a:pt x="473328" y="9271"/>
                </a:lnTo>
                <a:lnTo>
                  <a:pt x="471043" y="10032"/>
                </a:lnTo>
                <a:lnTo>
                  <a:pt x="471273" y="10032"/>
                </a:lnTo>
                <a:lnTo>
                  <a:pt x="468122" y="12700"/>
                </a:lnTo>
                <a:lnTo>
                  <a:pt x="467423" y="14097"/>
                </a:lnTo>
                <a:lnTo>
                  <a:pt x="467232" y="14604"/>
                </a:lnTo>
                <a:lnTo>
                  <a:pt x="467267" y="18542"/>
                </a:lnTo>
                <a:lnTo>
                  <a:pt x="467683" y="20066"/>
                </a:lnTo>
                <a:lnTo>
                  <a:pt x="475953" y="20066"/>
                </a:lnTo>
                <a:lnTo>
                  <a:pt x="473836" y="19430"/>
                </a:lnTo>
                <a:lnTo>
                  <a:pt x="472948" y="19050"/>
                </a:lnTo>
                <a:lnTo>
                  <a:pt x="472313" y="18542"/>
                </a:lnTo>
                <a:lnTo>
                  <a:pt x="471805" y="18033"/>
                </a:lnTo>
                <a:lnTo>
                  <a:pt x="471551" y="17272"/>
                </a:lnTo>
                <a:lnTo>
                  <a:pt x="471551" y="14986"/>
                </a:lnTo>
                <a:lnTo>
                  <a:pt x="472059" y="14097"/>
                </a:lnTo>
                <a:lnTo>
                  <a:pt x="472948" y="13589"/>
                </a:lnTo>
                <a:lnTo>
                  <a:pt x="473963" y="12953"/>
                </a:lnTo>
                <a:lnTo>
                  <a:pt x="475107" y="12700"/>
                </a:lnTo>
                <a:lnTo>
                  <a:pt x="484251" y="12700"/>
                </a:lnTo>
                <a:lnTo>
                  <a:pt x="484251" y="10922"/>
                </a:lnTo>
                <a:lnTo>
                  <a:pt x="483234" y="10414"/>
                </a:lnTo>
                <a:lnTo>
                  <a:pt x="482092" y="10032"/>
                </a:lnTo>
                <a:lnTo>
                  <a:pt x="479298" y="9271"/>
                </a:lnTo>
                <a:close/>
              </a:path>
              <a:path w="632459" h="44450">
                <a:moveTo>
                  <a:pt x="484251" y="12700"/>
                </a:moveTo>
                <a:lnTo>
                  <a:pt x="477774" y="12700"/>
                </a:lnTo>
                <a:lnTo>
                  <a:pt x="479171" y="12953"/>
                </a:lnTo>
                <a:lnTo>
                  <a:pt x="480758" y="13589"/>
                </a:lnTo>
                <a:lnTo>
                  <a:pt x="481965" y="14097"/>
                </a:lnTo>
                <a:lnTo>
                  <a:pt x="482980" y="14604"/>
                </a:lnTo>
                <a:lnTo>
                  <a:pt x="483997" y="15494"/>
                </a:lnTo>
                <a:lnTo>
                  <a:pt x="484251" y="15494"/>
                </a:lnTo>
                <a:lnTo>
                  <a:pt x="484251" y="12700"/>
                </a:lnTo>
                <a:close/>
              </a:path>
              <a:path w="632459" h="44450">
                <a:moveTo>
                  <a:pt x="493903" y="9778"/>
                </a:moveTo>
                <a:lnTo>
                  <a:pt x="489711" y="9778"/>
                </a:lnTo>
                <a:lnTo>
                  <a:pt x="489711" y="43942"/>
                </a:lnTo>
                <a:lnTo>
                  <a:pt x="493903" y="43942"/>
                </a:lnTo>
                <a:lnTo>
                  <a:pt x="493903" y="33400"/>
                </a:lnTo>
                <a:lnTo>
                  <a:pt x="506014" y="33400"/>
                </a:lnTo>
                <a:lnTo>
                  <a:pt x="507725" y="31369"/>
                </a:lnTo>
                <a:lnTo>
                  <a:pt x="497459" y="31369"/>
                </a:lnTo>
                <a:lnTo>
                  <a:pt x="496697" y="31115"/>
                </a:lnTo>
                <a:lnTo>
                  <a:pt x="496273" y="31115"/>
                </a:lnTo>
                <a:lnTo>
                  <a:pt x="494919" y="30606"/>
                </a:lnTo>
                <a:lnTo>
                  <a:pt x="493903" y="29972"/>
                </a:lnTo>
                <a:lnTo>
                  <a:pt x="493903" y="15875"/>
                </a:lnTo>
                <a:lnTo>
                  <a:pt x="495934" y="14350"/>
                </a:lnTo>
                <a:lnTo>
                  <a:pt x="497078" y="13843"/>
                </a:lnTo>
                <a:lnTo>
                  <a:pt x="498094" y="13335"/>
                </a:lnTo>
                <a:lnTo>
                  <a:pt x="499236" y="13080"/>
                </a:lnTo>
                <a:lnTo>
                  <a:pt x="508677" y="13080"/>
                </a:lnTo>
                <a:lnTo>
                  <a:pt x="508253" y="12446"/>
                </a:lnTo>
                <a:lnTo>
                  <a:pt x="493903" y="12446"/>
                </a:lnTo>
                <a:lnTo>
                  <a:pt x="493903" y="9778"/>
                </a:lnTo>
                <a:close/>
              </a:path>
              <a:path w="632459" h="44450">
                <a:moveTo>
                  <a:pt x="506014" y="33400"/>
                </a:moveTo>
                <a:lnTo>
                  <a:pt x="493903" y="33400"/>
                </a:lnTo>
                <a:lnTo>
                  <a:pt x="494919" y="34036"/>
                </a:lnTo>
                <a:lnTo>
                  <a:pt x="495807" y="34417"/>
                </a:lnTo>
                <a:lnTo>
                  <a:pt x="496824" y="34798"/>
                </a:lnTo>
                <a:lnTo>
                  <a:pt x="498157" y="35178"/>
                </a:lnTo>
                <a:lnTo>
                  <a:pt x="503174" y="35178"/>
                </a:lnTo>
                <a:lnTo>
                  <a:pt x="505586" y="33908"/>
                </a:lnTo>
                <a:lnTo>
                  <a:pt x="506014" y="33400"/>
                </a:lnTo>
                <a:close/>
              </a:path>
              <a:path w="632459" h="44450">
                <a:moveTo>
                  <a:pt x="508677" y="13080"/>
                </a:moveTo>
                <a:lnTo>
                  <a:pt x="502538" y="13080"/>
                </a:lnTo>
                <a:lnTo>
                  <a:pt x="503936" y="13843"/>
                </a:lnTo>
                <a:lnTo>
                  <a:pt x="504951" y="15367"/>
                </a:lnTo>
                <a:lnTo>
                  <a:pt x="505841" y="17018"/>
                </a:lnTo>
                <a:lnTo>
                  <a:pt x="506222" y="19176"/>
                </a:lnTo>
                <a:lnTo>
                  <a:pt x="506222" y="25146"/>
                </a:lnTo>
                <a:lnTo>
                  <a:pt x="505713" y="27431"/>
                </a:lnTo>
                <a:lnTo>
                  <a:pt x="503301" y="30606"/>
                </a:lnTo>
                <a:lnTo>
                  <a:pt x="501523" y="31369"/>
                </a:lnTo>
                <a:lnTo>
                  <a:pt x="507725" y="31369"/>
                </a:lnTo>
                <a:lnTo>
                  <a:pt x="509651" y="29082"/>
                </a:lnTo>
                <a:lnTo>
                  <a:pt x="510540" y="25780"/>
                </a:lnTo>
                <a:lnTo>
                  <a:pt x="510540" y="17779"/>
                </a:lnTo>
                <a:lnTo>
                  <a:pt x="509778" y="14731"/>
                </a:lnTo>
                <a:lnTo>
                  <a:pt x="508677" y="13080"/>
                </a:lnTo>
                <a:close/>
              </a:path>
              <a:path w="632459" h="44450">
                <a:moveTo>
                  <a:pt x="504317" y="9017"/>
                </a:moveTo>
                <a:lnTo>
                  <a:pt x="499999" y="9017"/>
                </a:lnTo>
                <a:lnTo>
                  <a:pt x="498601" y="9398"/>
                </a:lnTo>
                <a:lnTo>
                  <a:pt x="496061" y="10668"/>
                </a:lnTo>
                <a:lnTo>
                  <a:pt x="494919" y="11429"/>
                </a:lnTo>
                <a:lnTo>
                  <a:pt x="493757" y="12446"/>
                </a:lnTo>
                <a:lnTo>
                  <a:pt x="508253" y="12446"/>
                </a:lnTo>
                <a:lnTo>
                  <a:pt x="506603" y="10160"/>
                </a:lnTo>
                <a:lnTo>
                  <a:pt x="504317" y="9017"/>
                </a:lnTo>
                <a:close/>
              </a:path>
              <a:path w="632459" h="44450">
                <a:moveTo>
                  <a:pt x="519938" y="0"/>
                </a:moveTo>
                <a:lnTo>
                  <a:pt x="515747" y="0"/>
                </a:lnTo>
                <a:lnTo>
                  <a:pt x="515747" y="34671"/>
                </a:lnTo>
                <a:lnTo>
                  <a:pt x="519938" y="34671"/>
                </a:lnTo>
                <a:lnTo>
                  <a:pt x="519938" y="0"/>
                </a:lnTo>
                <a:close/>
              </a:path>
              <a:path w="632459" h="44450">
                <a:moveTo>
                  <a:pt x="537633" y="33908"/>
                </a:moveTo>
                <a:lnTo>
                  <a:pt x="527261" y="33908"/>
                </a:lnTo>
                <a:lnTo>
                  <a:pt x="530817" y="35432"/>
                </a:lnTo>
                <a:lnTo>
                  <a:pt x="535093" y="35432"/>
                </a:lnTo>
                <a:lnTo>
                  <a:pt x="537633" y="33908"/>
                </a:lnTo>
                <a:close/>
              </a:path>
              <a:path w="632459" h="44450">
                <a:moveTo>
                  <a:pt x="544576" y="32003"/>
                </a:moveTo>
                <a:lnTo>
                  <a:pt x="540384" y="32003"/>
                </a:lnTo>
                <a:lnTo>
                  <a:pt x="540384" y="35432"/>
                </a:lnTo>
                <a:lnTo>
                  <a:pt x="544576" y="35432"/>
                </a:lnTo>
                <a:lnTo>
                  <a:pt x="544576" y="32003"/>
                </a:lnTo>
                <a:close/>
              </a:path>
              <a:path w="632459" h="44450">
                <a:moveTo>
                  <a:pt x="535051" y="22098"/>
                </a:moveTo>
                <a:lnTo>
                  <a:pt x="526389" y="22098"/>
                </a:lnTo>
                <a:lnTo>
                  <a:pt x="525780" y="23114"/>
                </a:lnTo>
                <a:lnTo>
                  <a:pt x="525145" y="24256"/>
                </a:lnTo>
                <a:lnTo>
                  <a:pt x="524986" y="24892"/>
                </a:lnTo>
                <a:lnTo>
                  <a:pt x="524938" y="29718"/>
                </a:lnTo>
                <a:lnTo>
                  <a:pt x="525272" y="30606"/>
                </a:lnTo>
                <a:lnTo>
                  <a:pt x="525780" y="31623"/>
                </a:lnTo>
                <a:lnTo>
                  <a:pt x="526142" y="32257"/>
                </a:lnTo>
                <a:lnTo>
                  <a:pt x="526415" y="32639"/>
                </a:lnTo>
                <a:lnTo>
                  <a:pt x="527684" y="33908"/>
                </a:lnTo>
                <a:lnTo>
                  <a:pt x="537845" y="33908"/>
                </a:lnTo>
                <a:lnTo>
                  <a:pt x="538480" y="33527"/>
                </a:lnTo>
                <a:lnTo>
                  <a:pt x="539623" y="32639"/>
                </a:lnTo>
                <a:lnTo>
                  <a:pt x="540003" y="32257"/>
                </a:lnTo>
                <a:lnTo>
                  <a:pt x="540384" y="32003"/>
                </a:lnTo>
                <a:lnTo>
                  <a:pt x="544576" y="32003"/>
                </a:lnTo>
                <a:lnTo>
                  <a:pt x="544576" y="31623"/>
                </a:lnTo>
                <a:lnTo>
                  <a:pt x="532638" y="31623"/>
                </a:lnTo>
                <a:lnTo>
                  <a:pt x="531494" y="31242"/>
                </a:lnTo>
                <a:lnTo>
                  <a:pt x="531291" y="31242"/>
                </a:lnTo>
                <a:lnTo>
                  <a:pt x="530402" y="30606"/>
                </a:lnTo>
                <a:lnTo>
                  <a:pt x="529844" y="30099"/>
                </a:lnTo>
                <a:lnTo>
                  <a:pt x="529463" y="29718"/>
                </a:lnTo>
                <a:lnTo>
                  <a:pt x="529082" y="28575"/>
                </a:lnTo>
                <a:lnTo>
                  <a:pt x="529082" y="25907"/>
                </a:lnTo>
                <a:lnTo>
                  <a:pt x="529463" y="24892"/>
                </a:lnTo>
                <a:lnTo>
                  <a:pt x="530859" y="23495"/>
                </a:lnTo>
                <a:lnTo>
                  <a:pt x="531526" y="23114"/>
                </a:lnTo>
                <a:lnTo>
                  <a:pt x="531368" y="23114"/>
                </a:lnTo>
                <a:lnTo>
                  <a:pt x="532892" y="22605"/>
                </a:lnTo>
                <a:lnTo>
                  <a:pt x="533907" y="22351"/>
                </a:lnTo>
                <a:lnTo>
                  <a:pt x="535051" y="22098"/>
                </a:lnTo>
                <a:close/>
              </a:path>
              <a:path w="632459" h="44450">
                <a:moveTo>
                  <a:pt x="543658" y="13080"/>
                </a:moveTo>
                <a:lnTo>
                  <a:pt x="537463" y="13080"/>
                </a:lnTo>
                <a:lnTo>
                  <a:pt x="538226" y="13335"/>
                </a:lnTo>
                <a:lnTo>
                  <a:pt x="539242" y="14097"/>
                </a:lnTo>
                <a:lnTo>
                  <a:pt x="540397" y="18542"/>
                </a:lnTo>
                <a:lnTo>
                  <a:pt x="536194" y="18542"/>
                </a:lnTo>
                <a:lnTo>
                  <a:pt x="532384" y="19050"/>
                </a:lnTo>
                <a:lnTo>
                  <a:pt x="530732" y="19557"/>
                </a:lnTo>
                <a:lnTo>
                  <a:pt x="529336" y="20193"/>
                </a:lnTo>
                <a:lnTo>
                  <a:pt x="527684" y="20827"/>
                </a:lnTo>
                <a:lnTo>
                  <a:pt x="526256" y="22098"/>
                </a:lnTo>
                <a:lnTo>
                  <a:pt x="540384" y="22098"/>
                </a:lnTo>
                <a:lnTo>
                  <a:pt x="540384" y="28575"/>
                </a:lnTo>
                <a:lnTo>
                  <a:pt x="539496" y="29337"/>
                </a:lnTo>
                <a:lnTo>
                  <a:pt x="538480" y="30099"/>
                </a:lnTo>
                <a:lnTo>
                  <a:pt x="537336" y="30606"/>
                </a:lnTo>
                <a:lnTo>
                  <a:pt x="536321" y="31242"/>
                </a:lnTo>
                <a:lnTo>
                  <a:pt x="534416" y="31623"/>
                </a:lnTo>
                <a:lnTo>
                  <a:pt x="544576" y="31623"/>
                </a:lnTo>
                <a:lnTo>
                  <a:pt x="544506" y="15748"/>
                </a:lnTo>
                <a:lnTo>
                  <a:pt x="544391" y="15113"/>
                </a:lnTo>
                <a:lnTo>
                  <a:pt x="544322" y="14731"/>
                </a:lnTo>
                <a:lnTo>
                  <a:pt x="543941" y="13716"/>
                </a:lnTo>
                <a:lnTo>
                  <a:pt x="543771" y="13335"/>
                </a:lnTo>
                <a:lnTo>
                  <a:pt x="543658" y="13080"/>
                </a:lnTo>
                <a:close/>
              </a:path>
              <a:path w="632459" h="44450">
                <a:moveTo>
                  <a:pt x="537463" y="9271"/>
                </a:moveTo>
                <a:lnTo>
                  <a:pt x="531495" y="9271"/>
                </a:lnTo>
                <a:lnTo>
                  <a:pt x="528701" y="9778"/>
                </a:lnTo>
                <a:lnTo>
                  <a:pt x="527557" y="10032"/>
                </a:lnTo>
                <a:lnTo>
                  <a:pt x="526796" y="10287"/>
                </a:lnTo>
                <a:lnTo>
                  <a:pt x="526796" y="14731"/>
                </a:lnTo>
                <a:lnTo>
                  <a:pt x="528066" y="14097"/>
                </a:lnTo>
                <a:lnTo>
                  <a:pt x="527896" y="14097"/>
                </a:lnTo>
                <a:lnTo>
                  <a:pt x="529166" y="13716"/>
                </a:lnTo>
                <a:lnTo>
                  <a:pt x="528891" y="13716"/>
                </a:lnTo>
                <a:lnTo>
                  <a:pt x="530986" y="13335"/>
                </a:lnTo>
                <a:lnTo>
                  <a:pt x="531833" y="13080"/>
                </a:lnTo>
                <a:lnTo>
                  <a:pt x="543658" y="13080"/>
                </a:lnTo>
                <a:lnTo>
                  <a:pt x="543432" y="12573"/>
                </a:lnTo>
                <a:lnTo>
                  <a:pt x="542798" y="11683"/>
                </a:lnTo>
                <a:lnTo>
                  <a:pt x="541909" y="11049"/>
                </a:lnTo>
                <a:lnTo>
                  <a:pt x="540893" y="10287"/>
                </a:lnTo>
                <a:lnTo>
                  <a:pt x="539876" y="9778"/>
                </a:lnTo>
                <a:lnTo>
                  <a:pt x="538734" y="9525"/>
                </a:lnTo>
                <a:lnTo>
                  <a:pt x="537463" y="9271"/>
                </a:lnTo>
                <a:close/>
              </a:path>
              <a:path w="632459" h="44450">
                <a:moveTo>
                  <a:pt x="552830" y="9778"/>
                </a:moveTo>
                <a:lnTo>
                  <a:pt x="548259" y="9778"/>
                </a:lnTo>
                <a:lnTo>
                  <a:pt x="557403" y="33527"/>
                </a:lnTo>
                <a:lnTo>
                  <a:pt x="552830" y="43942"/>
                </a:lnTo>
                <a:lnTo>
                  <a:pt x="557403" y="43942"/>
                </a:lnTo>
                <a:lnTo>
                  <a:pt x="563549" y="28194"/>
                </a:lnTo>
                <a:lnTo>
                  <a:pt x="559561" y="28194"/>
                </a:lnTo>
                <a:lnTo>
                  <a:pt x="552830" y="9778"/>
                </a:lnTo>
                <a:close/>
              </a:path>
              <a:path w="632459" h="44450">
                <a:moveTo>
                  <a:pt x="570738" y="9778"/>
                </a:moveTo>
                <a:lnTo>
                  <a:pt x="566420" y="9778"/>
                </a:lnTo>
                <a:lnTo>
                  <a:pt x="559561" y="28194"/>
                </a:lnTo>
                <a:lnTo>
                  <a:pt x="563549" y="28194"/>
                </a:lnTo>
                <a:lnTo>
                  <a:pt x="570738" y="9778"/>
                </a:lnTo>
                <a:close/>
              </a:path>
              <a:path w="632459" h="44450">
                <a:moveTo>
                  <a:pt x="585978" y="9017"/>
                </a:moveTo>
                <a:lnTo>
                  <a:pt x="581025" y="9017"/>
                </a:lnTo>
                <a:lnTo>
                  <a:pt x="578230" y="10287"/>
                </a:lnTo>
                <a:lnTo>
                  <a:pt x="575751" y="13080"/>
                </a:lnTo>
                <a:lnTo>
                  <a:pt x="574040" y="15113"/>
                </a:lnTo>
                <a:lnTo>
                  <a:pt x="573171" y="17525"/>
                </a:lnTo>
                <a:lnTo>
                  <a:pt x="572897" y="18415"/>
                </a:lnTo>
                <a:lnTo>
                  <a:pt x="572897" y="26543"/>
                </a:lnTo>
                <a:lnTo>
                  <a:pt x="573857" y="29210"/>
                </a:lnTo>
                <a:lnTo>
                  <a:pt x="573948" y="29464"/>
                </a:lnTo>
                <a:lnTo>
                  <a:pt x="574167" y="29845"/>
                </a:lnTo>
                <a:lnTo>
                  <a:pt x="576199" y="31876"/>
                </a:lnTo>
                <a:lnTo>
                  <a:pt x="578357" y="34163"/>
                </a:lnTo>
                <a:lnTo>
                  <a:pt x="581532" y="35305"/>
                </a:lnTo>
                <a:lnTo>
                  <a:pt x="586739" y="35305"/>
                </a:lnTo>
                <a:lnTo>
                  <a:pt x="590550" y="34544"/>
                </a:lnTo>
                <a:lnTo>
                  <a:pt x="591438" y="34163"/>
                </a:lnTo>
                <a:lnTo>
                  <a:pt x="592201" y="33908"/>
                </a:lnTo>
                <a:lnTo>
                  <a:pt x="593471" y="33400"/>
                </a:lnTo>
                <a:lnTo>
                  <a:pt x="593978" y="33147"/>
                </a:lnTo>
                <a:lnTo>
                  <a:pt x="593978" y="31623"/>
                </a:lnTo>
                <a:lnTo>
                  <a:pt x="582803" y="31623"/>
                </a:lnTo>
                <a:lnTo>
                  <a:pt x="580771" y="30861"/>
                </a:lnTo>
                <a:lnTo>
                  <a:pt x="577976" y="27813"/>
                </a:lnTo>
                <a:lnTo>
                  <a:pt x="577215" y="25526"/>
                </a:lnTo>
                <a:lnTo>
                  <a:pt x="577215" y="22605"/>
                </a:lnTo>
                <a:lnTo>
                  <a:pt x="594486" y="22605"/>
                </a:lnTo>
                <a:lnTo>
                  <a:pt x="594486" y="19430"/>
                </a:lnTo>
                <a:lnTo>
                  <a:pt x="577215" y="19430"/>
                </a:lnTo>
                <a:lnTo>
                  <a:pt x="577215" y="18415"/>
                </a:lnTo>
                <a:lnTo>
                  <a:pt x="577469" y="17525"/>
                </a:lnTo>
                <a:lnTo>
                  <a:pt x="577795" y="16764"/>
                </a:lnTo>
                <a:lnTo>
                  <a:pt x="578103" y="15875"/>
                </a:lnTo>
                <a:lnTo>
                  <a:pt x="578611" y="15113"/>
                </a:lnTo>
                <a:lnTo>
                  <a:pt x="579755" y="13970"/>
                </a:lnTo>
                <a:lnTo>
                  <a:pt x="580644" y="13335"/>
                </a:lnTo>
                <a:lnTo>
                  <a:pt x="581405" y="13080"/>
                </a:lnTo>
                <a:lnTo>
                  <a:pt x="592804" y="13080"/>
                </a:lnTo>
                <a:lnTo>
                  <a:pt x="591693" y="11811"/>
                </a:lnTo>
                <a:lnTo>
                  <a:pt x="590803" y="10922"/>
                </a:lnTo>
                <a:lnTo>
                  <a:pt x="589957" y="10287"/>
                </a:lnTo>
                <a:lnTo>
                  <a:pt x="590211" y="10287"/>
                </a:lnTo>
                <a:lnTo>
                  <a:pt x="588518" y="9778"/>
                </a:lnTo>
                <a:lnTo>
                  <a:pt x="587375" y="9271"/>
                </a:lnTo>
                <a:lnTo>
                  <a:pt x="585978" y="9017"/>
                </a:lnTo>
                <a:close/>
              </a:path>
              <a:path w="632459" h="44450">
                <a:moveTo>
                  <a:pt x="593978" y="28575"/>
                </a:moveTo>
                <a:lnTo>
                  <a:pt x="593725" y="28575"/>
                </a:lnTo>
                <a:lnTo>
                  <a:pt x="593471" y="28828"/>
                </a:lnTo>
                <a:lnTo>
                  <a:pt x="592963" y="29210"/>
                </a:lnTo>
                <a:lnTo>
                  <a:pt x="592455" y="29464"/>
                </a:lnTo>
                <a:lnTo>
                  <a:pt x="591947" y="29845"/>
                </a:lnTo>
                <a:lnTo>
                  <a:pt x="591311" y="30099"/>
                </a:lnTo>
                <a:lnTo>
                  <a:pt x="589788" y="30861"/>
                </a:lnTo>
                <a:lnTo>
                  <a:pt x="588645" y="31242"/>
                </a:lnTo>
                <a:lnTo>
                  <a:pt x="588136" y="31242"/>
                </a:lnTo>
                <a:lnTo>
                  <a:pt x="586803" y="31623"/>
                </a:lnTo>
                <a:lnTo>
                  <a:pt x="593978" y="31623"/>
                </a:lnTo>
                <a:lnTo>
                  <a:pt x="593978" y="28575"/>
                </a:lnTo>
                <a:close/>
              </a:path>
              <a:path w="632459" h="44450">
                <a:moveTo>
                  <a:pt x="592723" y="13080"/>
                </a:moveTo>
                <a:lnTo>
                  <a:pt x="587375" y="13080"/>
                </a:lnTo>
                <a:lnTo>
                  <a:pt x="587882" y="13335"/>
                </a:lnTo>
                <a:lnTo>
                  <a:pt x="588594" y="13970"/>
                </a:lnTo>
                <a:lnTo>
                  <a:pt x="588899" y="14477"/>
                </a:lnTo>
                <a:lnTo>
                  <a:pt x="589470" y="15113"/>
                </a:lnTo>
                <a:lnTo>
                  <a:pt x="589809" y="15875"/>
                </a:lnTo>
                <a:lnTo>
                  <a:pt x="589987" y="16764"/>
                </a:lnTo>
                <a:lnTo>
                  <a:pt x="590187" y="17525"/>
                </a:lnTo>
                <a:lnTo>
                  <a:pt x="590310" y="18415"/>
                </a:lnTo>
                <a:lnTo>
                  <a:pt x="590423" y="19430"/>
                </a:lnTo>
                <a:lnTo>
                  <a:pt x="594486" y="19430"/>
                </a:lnTo>
                <a:lnTo>
                  <a:pt x="594486" y="18415"/>
                </a:lnTo>
                <a:lnTo>
                  <a:pt x="594350" y="17525"/>
                </a:lnTo>
                <a:lnTo>
                  <a:pt x="594232" y="16764"/>
                </a:lnTo>
                <a:lnTo>
                  <a:pt x="593217" y="13970"/>
                </a:lnTo>
                <a:lnTo>
                  <a:pt x="592723" y="13080"/>
                </a:lnTo>
                <a:close/>
              </a:path>
              <a:path w="632459" h="44450">
                <a:moveTo>
                  <a:pt x="611123" y="34798"/>
                </a:moveTo>
                <a:lnTo>
                  <a:pt x="603546" y="34798"/>
                </a:lnTo>
                <a:lnTo>
                  <a:pt x="605663" y="35432"/>
                </a:lnTo>
                <a:lnTo>
                  <a:pt x="607949" y="35432"/>
                </a:lnTo>
                <a:lnTo>
                  <a:pt x="611123" y="34798"/>
                </a:lnTo>
                <a:close/>
              </a:path>
              <a:path w="632459" h="44450">
                <a:moveTo>
                  <a:pt x="610616" y="9144"/>
                </a:moveTo>
                <a:lnTo>
                  <a:pt x="606382" y="9144"/>
                </a:lnTo>
                <a:lnTo>
                  <a:pt x="605112" y="9525"/>
                </a:lnTo>
                <a:lnTo>
                  <a:pt x="605256" y="9525"/>
                </a:lnTo>
                <a:lnTo>
                  <a:pt x="603884" y="10160"/>
                </a:lnTo>
                <a:lnTo>
                  <a:pt x="598508" y="16891"/>
                </a:lnTo>
                <a:lnTo>
                  <a:pt x="598043" y="18288"/>
                </a:lnTo>
                <a:lnTo>
                  <a:pt x="597839" y="19303"/>
                </a:lnTo>
                <a:lnTo>
                  <a:pt x="597763" y="25273"/>
                </a:lnTo>
                <a:lnTo>
                  <a:pt x="597916" y="26416"/>
                </a:lnTo>
                <a:lnTo>
                  <a:pt x="598297" y="27558"/>
                </a:lnTo>
                <a:lnTo>
                  <a:pt x="598424" y="27940"/>
                </a:lnTo>
                <a:lnTo>
                  <a:pt x="598570" y="28575"/>
                </a:lnTo>
                <a:lnTo>
                  <a:pt x="598687" y="29082"/>
                </a:lnTo>
                <a:lnTo>
                  <a:pt x="598805" y="29591"/>
                </a:lnTo>
                <a:lnTo>
                  <a:pt x="599266" y="30606"/>
                </a:lnTo>
                <a:lnTo>
                  <a:pt x="599551" y="31115"/>
                </a:lnTo>
                <a:lnTo>
                  <a:pt x="600413" y="32130"/>
                </a:lnTo>
                <a:lnTo>
                  <a:pt x="601091" y="33147"/>
                </a:lnTo>
                <a:lnTo>
                  <a:pt x="602107" y="33908"/>
                </a:lnTo>
                <a:lnTo>
                  <a:pt x="603707" y="34798"/>
                </a:lnTo>
                <a:lnTo>
                  <a:pt x="610573" y="34798"/>
                </a:lnTo>
                <a:lnTo>
                  <a:pt x="611632" y="34163"/>
                </a:lnTo>
                <a:lnTo>
                  <a:pt x="612267" y="33908"/>
                </a:lnTo>
                <a:lnTo>
                  <a:pt x="612775" y="33527"/>
                </a:lnTo>
                <a:lnTo>
                  <a:pt x="613155" y="33147"/>
                </a:lnTo>
                <a:lnTo>
                  <a:pt x="614426" y="32130"/>
                </a:lnTo>
                <a:lnTo>
                  <a:pt x="618617" y="32130"/>
                </a:lnTo>
                <a:lnTo>
                  <a:pt x="618617" y="31369"/>
                </a:lnTo>
                <a:lnTo>
                  <a:pt x="605917" y="31369"/>
                </a:lnTo>
                <a:lnTo>
                  <a:pt x="604393" y="30606"/>
                </a:lnTo>
                <a:lnTo>
                  <a:pt x="603376" y="29082"/>
                </a:lnTo>
                <a:lnTo>
                  <a:pt x="602488" y="27558"/>
                </a:lnTo>
                <a:lnTo>
                  <a:pt x="601980" y="25273"/>
                </a:lnTo>
                <a:lnTo>
                  <a:pt x="601980" y="19303"/>
                </a:lnTo>
                <a:lnTo>
                  <a:pt x="602615" y="16891"/>
                </a:lnTo>
                <a:lnTo>
                  <a:pt x="603884" y="15367"/>
                </a:lnTo>
                <a:lnTo>
                  <a:pt x="605028" y="13716"/>
                </a:lnTo>
                <a:lnTo>
                  <a:pt x="606805" y="12953"/>
                </a:lnTo>
                <a:lnTo>
                  <a:pt x="618617" y="12953"/>
                </a:lnTo>
                <a:lnTo>
                  <a:pt x="618617" y="10795"/>
                </a:lnTo>
                <a:lnTo>
                  <a:pt x="614426" y="10795"/>
                </a:lnTo>
                <a:lnTo>
                  <a:pt x="613409" y="10160"/>
                </a:lnTo>
                <a:lnTo>
                  <a:pt x="612394" y="9778"/>
                </a:lnTo>
                <a:lnTo>
                  <a:pt x="611505" y="9525"/>
                </a:lnTo>
                <a:lnTo>
                  <a:pt x="610616" y="9144"/>
                </a:lnTo>
                <a:close/>
              </a:path>
              <a:path w="632459" h="44450">
                <a:moveTo>
                  <a:pt x="618617" y="32130"/>
                </a:moveTo>
                <a:lnTo>
                  <a:pt x="614426" y="32130"/>
                </a:lnTo>
                <a:lnTo>
                  <a:pt x="614426" y="34798"/>
                </a:lnTo>
                <a:lnTo>
                  <a:pt x="618617" y="34798"/>
                </a:lnTo>
                <a:lnTo>
                  <a:pt x="618617" y="32130"/>
                </a:lnTo>
                <a:close/>
              </a:path>
              <a:path w="632459" h="44450">
                <a:moveTo>
                  <a:pt x="618617" y="12953"/>
                </a:moveTo>
                <a:lnTo>
                  <a:pt x="610743" y="12953"/>
                </a:lnTo>
                <a:lnTo>
                  <a:pt x="611632" y="13207"/>
                </a:lnTo>
                <a:lnTo>
                  <a:pt x="612394" y="13335"/>
                </a:lnTo>
                <a:lnTo>
                  <a:pt x="613409" y="13716"/>
                </a:lnTo>
                <a:lnTo>
                  <a:pt x="614426" y="14224"/>
                </a:lnTo>
                <a:lnTo>
                  <a:pt x="614426" y="28575"/>
                </a:lnTo>
                <a:lnTo>
                  <a:pt x="609092" y="31369"/>
                </a:lnTo>
                <a:lnTo>
                  <a:pt x="618617" y="31369"/>
                </a:lnTo>
                <a:lnTo>
                  <a:pt x="618617" y="12953"/>
                </a:lnTo>
                <a:close/>
              </a:path>
              <a:path w="632459" h="44450">
                <a:moveTo>
                  <a:pt x="618617" y="0"/>
                </a:moveTo>
                <a:lnTo>
                  <a:pt x="614426" y="0"/>
                </a:lnTo>
                <a:lnTo>
                  <a:pt x="614426" y="10795"/>
                </a:lnTo>
                <a:lnTo>
                  <a:pt x="618617" y="10795"/>
                </a:lnTo>
                <a:lnTo>
                  <a:pt x="618617" y="0"/>
                </a:lnTo>
                <a:close/>
              </a:path>
              <a:path w="632459" h="44450">
                <a:moveTo>
                  <a:pt x="631951" y="28321"/>
                </a:moveTo>
                <a:lnTo>
                  <a:pt x="626618" y="28321"/>
                </a:lnTo>
                <a:lnTo>
                  <a:pt x="626618" y="34671"/>
                </a:lnTo>
                <a:lnTo>
                  <a:pt x="631951" y="34671"/>
                </a:lnTo>
                <a:lnTo>
                  <a:pt x="631951" y="28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315181" y="1030986"/>
            <a:ext cx="942340" cy="233679"/>
          </a:xfrm>
          <a:custGeom>
            <a:avLst/>
            <a:gdLst/>
            <a:ahLst/>
            <a:cxnLst/>
            <a:rect l="l" t="t" r="r" b="b"/>
            <a:pathLst>
              <a:path w="942340" h="233680">
                <a:moveTo>
                  <a:pt x="0" y="0"/>
                </a:moveTo>
                <a:lnTo>
                  <a:pt x="941831" y="0"/>
                </a:lnTo>
              </a:path>
              <a:path w="942340" h="233680">
                <a:moveTo>
                  <a:pt x="0" y="0"/>
                </a:moveTo>
                <a:lnTo>
                  <a:pt x="0" y="233172"/>
                </a:lnTo>
              </a:path>
              <a:path w="942340" h="233680">
                <a:moveTo>
                  <a:pt x="0" y="233172"/>
                </a:moveTo>
                <a:lnTo>
                  <a:pt x="941831" y="233172"/>
                </a:lnTo>
              </a:path>
              <a:path w="942340" h="233680">
                <a:moveTo>
                  <a:pt x="941831" y="233172"/>
                </a:moveTo>
                <a:lnTo>
                  <a:pt x="941831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790669" y="1375459"/>
            <a:ext cx="1497330" cy="7541259"/>
          </a:xfrm>
          <a:custGeom>
            <a:avLst/>
            <a:gdLst/>
            <a:ahLst/>
            <a:cxnLst/>
            <a:rect l="l" t="t" r="r" b="b"/>
            <a:pathLst>
              <a:path w="1497330" h="7541259">
                <a:moveTo>
                  <a:pt x="1497330" y="0"/>
                </a:moveTo>
                <a:lnTo>
                  <a:pt x="1454142" y="46244"/>
                </a:lnTo>
                <a:lnTo>
                  <a:pt x="1423846" y="79374"/>
                </a:lnTo>
                <a:lnTo>
                  <a:pt x="1393818" y="112752"/>
                </a:lnTo>
                <a:lnTo>
                  <a:pt x="1364059" y="146375"/>
                </a:lnTo>
                <a:lnTo>
                  <a:pt x="1334571" y="180242"/>
                </a:lnTo>
                <a:lnTo>
                  <a:pt x="1305356" y="214352"/>
                </a:lnTo>
                <a:lnTo>
                  <a:pt x="1276416" y="248702"/>
                </a:lnTo>
                <a:lnTo>
                  <a:pt x="1247753" y="283291"/>
                </a:lnTo>
                <a:lnTo>
                  <a:pt x="1219367" y="318117"/>
                </a:lnTo>
                <a:lnTo>
                  <a:pt x="1191261" y="353179"/>
                </a:lnTo>
                <a:lnTo>
                  <a:pt x="1163437" y="388474"/>
                </a:lnTo>
                <a:lnTo>
                  <a:pt x="1135896" y="424002"/>
                </a:lnTo>
                <a:lnTo>
                  <a:pt x="1108639" y="459760"/>
                </a:lnTo>
                <a:lnTo>
                  <a:pt x="1081670" y="495747"/>
                </a:lnTo>
                <a:lnTo>
                  <a:pt x="1054988" y="531960"/>
                </a:lnTo>
                <a:lnTo>
                  <a:pt x="1028596" y="568399"/>
                </a:lnTo>
                <a:lnTo>
                  <a:pt x="1002497" y="605062"/>
                </a:lnTo>
                <a:lnTo>
                  <a:pt x="976690" y="641946"/>
                </a:lnTo>
                <a:lnTo>
                  <a:pt x="951179" y="679051"/>
                </a:lnTo>
                <a:lnTo>
                  <a:pt x="925964" y="716374"/>
                </a:lnTo>
                <a:lnTo>
                  <a:pt x="901048" y="753914"/>
                </a:lnTo>
                <a:lnTo>
                  <a:pt x="876432" y="791668"/>
                </a:lnTo>
                <a:lnTo>
                  <a:pt x="852118" y="829637"/>
                </a:lnTo>
                <a:lnTo>
                  <a:pt x="828108" y="867816"/>
                </a:lnTo>
                <a:lnTo>
                  <a:pt x="804402" y="906206"/>
                </a:lnTo>
                <a:lnTo>
                  <a:pt x="781004" y="944804"/>
                </a:lnTo>
                <a:lnTo>
                  <a:pt x="757915" y="983609"/>
                </a:lnTo>
                <a:lnTo>
                  <a:pt x="735136" y="1022618"/>
                </a:lnTo>
                <a:lnTo>
                  <a:pt x="712669" y="1061831"/>
                </a:lnTo>
                <a:lnTo>
                  <a:pt x="690516" y="1101245"/>
                </a:lnTo>
                <a:lnTo>
                  <a:pt x="668678" y="1140859"/>
                </a:lnTo>
                <a:lnTo>
                  <a:pt x="647158" y="1180670"/>
                </a:lnTo>
                <a:lnTo>
                  <a:pt x="625956" y="1220679"/>
                </a:lnTo>
                <a:lnTo>
                  <a:pt x="605076" y="1260881"/>
                </a:lnTo>
                <a:lnTo>
                  <a:pt x="584517" y="1301277"/>
                </a:lnTo>
                <a:lnTo>
                  <a:pt x="564283" y="1341864"/>
                </a:lnTo>
                <a:lnTo>
                  <a:pt x="544374" y="1382640"/>
                </a:lnTo>
                <a:lnTo>
                  <a:pt x="524793" y="1423605"/>
                </a:lnTo>
                <a:lnTo>
                  <a:pt x="505540" y="1464755"/>
                </a:lnTo>
                <a:lnTo>
                  <a:pt x="486619" y="1506090"/>
                </a:lnTo>
                <a:lnTo>
                  <a:pt x="468030" y="1547607"/>
                </a:lnTo>
                <a:lnTo>
                  <a:pt x="449776" y="1589306"/>
                </a:lnTo>
                <a:lnTo>
                  <a:pt x="431857" y="1631183"/>
                </a:lnTo>
                <a:lnTo>
                  <a:pt x="414276" y="1673239"/>
                </a:lnTo>
                <a:lnTo>
                  <a:pt x="397034" y="1715470"/>
                </a:lnTo>
                <a:lnTo>
                  <a:pt x="380134" y="1757876"/>
                </a:lnTo>
                <a:lnTo>
                  <a:pt x="363576" y="1800454"/>
                </a:lnTo>
                <a:lnTo>
                  <a:pt x="347363" y="1843202"/>
                </a:lnTo>
                <a:lnTo>
                  <a:pt x="331496" y="1886120"/>
                </a:lnTo>
                <a:lnTo>
                  <a:pt x="315976" y="1929205"/>
                </a:lnTo>
                <a:lnTo>
                  <a:pt x="300807" y="1972456"/>
                </a:lnTo>
                <a:lnTo>
                  <a:pt x="285988" y="2015871"/>
                </a:lnTo>
                <a:lnTo>
                  <a:pt x="271523" y="2059448"/>
                </a:lnTo>
                <a:lnTo>
                  <a:pt x="257412" y="2103186"/>
                </a:lnTo>
                <a:lnTo>
                  <a:pt x="243657" y="2147083"/>
                </a:lnTo>
                <a:lnTo>
                  <a:pt x="230261" y="2191137"/>
                </a:lnTo>
                <a:lnTo>
                  <a:pt x="217224" y="2235346"/>
                </a:lnTo>
                <a:lnTo>
                  <a:pt x="204549" y="2279709"/>
                </a:lnTo>
                <a:lnTo>
                  <a:pt x="192237" y="2324224"/>
                </a:lnTo>
                <a:lnTo>
                  <a:pt x="180290" y="2368890"/>
                </a:lnTo>
                <a:lnTo>
                  <a:pt x="168710" y="2413704"/>
                </a:lnTo>
                <a:lnTo>
                  <a:pt x="157498" y="2458665"/>
                </a:lnTo>
                <a:lnTo>
                  <a:pt x="146656" y="2503771"/>
                </a:lnTo>
                <a:lnTo>
                  <a:pt x="136185" y="2549021"/>
                </a:lnTo>
                <a:lnTo>
                  <a:pt x="126088" y="2594413"/>
                </a:lnTo>
                <a:lnTo>
                  <a:pt x="116366" y="2639945"/>
                </a:lnTo>
                <a:lnTo>
                  <a:pt x="107021" y="2685615"/>
                </a:lnTo>
                <a:lnTo>
                  <a:pt x="98055" y="2731422"/>
                </a:lnTo>
                <a:lnTo>
                  <a:pt x="89468" y="2777364"/>
                </a:lnTo>
                <a:lnTo>
                  <a:pt x="81264" y="2823439"/>
                </a:lnTo>
                <a:lnTo>
                  <a:pt x="73443" y="2869646"/>
                </a:lnTo>
                <a:lnTo>
                  <a:pt x="66008" y="2915983"/>
                </a:lnTo>
                <a:lnTo>
                  <a:pt x="58959" y="2962449"/>
                </a:lnTo>
                <a:lnTo>
                  <a:pt x="52299" y="3009040"/>
                </a:lnTo>
                <a:lnTo>
                  <a:pt x="46030" y="3055757"/>
                </a:lnTo>
                <a:lnTo>
                  <a:pt x="40153" y="3102597"/>
                </a:lnTo>
                <a:lnTo>
                  <a:pt x="34669" y="3149558"/>
                </a:lnTo>
                <a:lnTo>
                  <a:pt x="29582" y="3196638"/>
                </a:lnTo>
                <a:lnTo>
                  <a:pt x="24891" y="3243837"/>
                </a:lnTo>
                <a:lnTo>
                  <a:pt x="20599" y="3291152"/>
                </a:lnTo>
                <a:lnTo>
                  <a:pt x="16708" y="3338582"/>
                </a:lnTo>
                <a:lnTo>
                  <a:pt x="13220" y="3386125"/>
                </a:lnTo>
                <a:lnTo>
                  <a:pt x="10135" y="3433779"/>
                </a:lnTo>
                <a:lnTo>
                  <a:pt x="7456" y="3481542"/>
                </a:lnTo>
                <a:lnTo>
                  <a:pt x="5185" y="3529413"/>
                </a:lnTo>
                <a:lnTo>
                  <a:pt x="3323" y="3577390"/>
                </a:lnTo>
                <a:lnTo>
                  <a:pt x="1871" y="3625472"/>
                </a:lnTo>
                <a:lnTo>
                  <a:pt x="833" y="3673656"/>
                </a:lnTo>
                <a:lnTo>
                  <a:pt x="208" y="3721941"/>
                </a:lnTo>
                <a:lnTo>
                  <a:pt x="0" y="3770326"/>
                </a:lnTo>
                <a:lnTo>
                  <a:pt x="208" y="3818710"/>
                </a:lnTo>
                <a:lnTo>
                  <a:pt x="833" y="3866996"/>
                </a:lnTo>
                <a:lnTo>
                  <a:pt x="1871" y="3915180"/>
                </a:lnTo>
                <a:lnTo>
                  <a:pt x="3323" y="3963261"/>
                </a:lnTo>
                <a:lnTo>
                  <a:pt x="5185" y="4011239"/>
                </a:lnTo>
                <a:lnTo>
                  <a:pt x="7456" y="4059110"/>
                </a:lnTo>
                <a:lnTo>
                  <a:pt x="10135" y="4106873"/>
                </a:lnTo>
                <a:lnTo>
                  <a:pt x="13220" y="4154527"/>
                </a:lnTo>
                <a:lnTo>
                  <a:pt x="16708" y="4202070"/>
                </a:lnTo>
                <a:lnTo>
                  <a:pt x="20599" y="4249499"/>
                </a:lnTo>
                <a:lnTo>
                  <a:pt x="24891" y="4296814"/>
                </a:lnTo>
                <a:lnTo>
                  <a:pt x="29582" y="4344013"/>
                </a:lnTo>
                <a:lnTo>
                  <a:pt x="34669" y="4391094"/>
                </a:lnTo>
                <a:lnTo>
                  <a:pt x="40153" y="4438055"/>
                </a:lnTo>
                <a:lnTo>
                  <a:pt x="46030" y="4484895"/>
                </a:lnTo>
                <a:lnTo>
                  <a:pt x="52299" y="4531611"/>
                </a:lnTo>
                <a:lnTo>
                  <a:pt x="58959" y="4578203"/>
                </a:lnTo>
                <a:lnTo>
                  <a:pt x="66008" y="4624668"/>
                </a:lnTo>
                <a:lnTo>
                  <a:pt x="73443" y="4671005"/>
                </a:lnTo>
                <a:lnTo>
                  <a:pt x="81264" y="4717212"/>
                </a:lnTo>
                <a:lnTo>
                  <a:pt x="89468" y="4763288"/>
                </a:lnTo>
                <a:lnTo>
                  <a:pt x="98055" y="4809230"/>
                </a:lnTo>
                <a:lnTo>
                  <a:pt x="107021" y="4855037"/>
                </a:lnTo>
                <a:lnTo>
                  <a:pt x="116366" y="4900707"/>
                </a:lnTo>
                <a:lnTo>
                  <a:pt x="126088" y="4946239"/>
                </a:lnTo>
                <a:lnTo>
                  <a:pt x="136185" y="4991631"/>
                </a:lnTo>
                <a:lnTo>
                  <a:pt x="146656" y="5036880"/>
                </a:lnTo>
                <a:lnTo>
                  <a:pt x="157498" y="5081987"/>
                </a:lnTo>
                <a:lnTo>
                  <a:pt x="168710" y="5126948"/>
                </a:lnTo>
                <a:lnTo>
                  <a:pt x="180290" y="5171762"/>
                </a:lnTo>
                <a:lnTo>
                  <a:pt x="192237" y="5216427"/>
                </a:lnTo>
                <a:lnTo>
                  <a:pt x="204549" y="5260943"/>
                </a:lnTo>
                <a:lnTo>
                  <a:pt x="217224" y="5305306"/>
                </a:lnTo>
                <a:lnTo>
                  <a:pt x="230261" y="5349515"/>
                </a:lnTo>
                <a:lnTo>
                  <a:pt x="243657" y="5393569"/>
                </a:lnTo>
                <a:lnTo>
                  <a:pt x="257412" y="5437465"/>
                </a:lnTo>
                <a:lnTo>
                  <a:pt x="271523" y="5481203"/>
                </a:lnTo>
                <a:lnTo>
                  <a:pt x="285988" y="5524780"/>
                </a:lnTo>
                <a:lnTo>
                  <a:pt x="300807" y="5568195"/>
                </a:lnTo>
                <a:lnTo>
                  <a:pt x="315976" y="5611446"/>
                </a:lnTo>
                <a:lnTo>
                  <a:pt x="331496" y="5654531"/>
                </a:lnTo>
                <a:lnTo>
                  <a:pt x="347363" y="5697449"/>
                </a:lnTo>
                <a:lnTo>
                  <a:pt x="363576" y="5740198"/>
                </a:lnTo>
                <a:lnTo>
                  <a:pt x="380134" y="5782776"/>
                </a:lnTo>
                <a:lnTo>
                  <a:pt x="397034" y="5825181"/>
                </a:lnTo>
                <a:lnTo>
                  <a:pt x="414276" y="5867413"/>
                </a:lnTo>
                <a:lnTo>
                  <a:pt x="431857" y="5909468"/>
                </a:lnTo>
                <a:lnTo>
                  <a:pt x="449776" y="5951346"/>
                </a:lnTo>
                <a:lnTo>
                  <a:pt x="468030" y="5993044"/>
                </a:lnTo>
                <a:lnTo>
                  <a:pt x="486619" y="6034562"/>
                </a:lnTo>
                <a:lnTo>
                  <a:pt x="505540" y="6075897"/>
                </a:lnTo>
                <a:lnTo>
                  <a:pt x="524793" y="6117047"/>
                </a:lnTo>
                <a:lnTo>
                  <a:pt x="544374" y="6158011"/>
                </a:lnTo>
                <a:lnTo>
                  <a:pt x="564283" y="6198788"/>
                </a:lnTo>
                <a:lnTo>
                  <a:pt x="584517" y="6239375"/>
                </a:lnTo>
                <a:lnTo>
                  <a:pt x="605076" y="6279770"/>
                </a:lnTo>
                <a:lnTo>
                  <a:pt x="625956" y="6319973"/>
                </a:lnTo>
                <a:lnTo>
                  <a:pt x="647158" y="6359981"/>
                </a:lnTo>
                <a:lnTo>
                  <a:pt x="668678" y="6399793"/>
                </a:lnTo>
                <a:lnTo>
                  <a:pt x="690516" y="6439407"/>
                </a:lnTo>
                <a:lnTo>
                  <a:pt x="712669" y="6478821"/>
                </a:lnTo>
                <a:lnTo>
                  <a:pt x="735136" y="6518033"/>
                </a:lnTo>
                <a:lnTo>
                  <a:pt x="757915" y="6557043"/>
                </a:lnTo>
                <a:lnTo>
                  <a:pt x="781004" y="6595847"/>
                </a:lnTo>
                <a:lnTo>
                  <a:pt x="804402" y="6634445"/>
                </a:lnTo>
                <a:lnTo>
                  <a:pt x="828108" y="6672835"/>
                </a:lnTo>
                <a:lnTo>
                  <a:pt x="852118" y="6711015"/>
                </a:lnTo>
                <a:lnTo>
                  <a:pt x="876432" y="6748983"/>
                </a:lnTo>
                <a:lnTo>
                  <a:pt x="901048" y="6786738"/>
                </a:lnTo>
                <a:lnTo>
                  <a:pt x="925964" y="6824278"/>
                </a:lnTo>
                <a:lnTo>
                  <a:pt x="951179" y="6861601"/>
                </a:lnTo>
                <a:lnTo>
                  <a:pt x="976690" y="6898705"/>
                </a:lnTo>
                <a:lnTo>
                  <a:pt x="1002497" y="6935590"/>
                </a:lnTo>
                <a:lnTo>
                  <a:pt x="1028596" y="6972252"/>
                </a:lnTo>
                <a:lnTo>
                  <a:pt x="1054988" y="7008691"/>
                </a:lnTo>
                <a:lnTo>
                  <a:pt x="1081670" y="7044905"/>
                </a:lnTo>
                <a:lnTo>
                  <a:pt x="1108639" y="7080892"/>
                </a:lnTo>
                <a:lnTo>
                  <a:pt x="1135896" y="7116650"/>
                </a:lnTo>
                <a:lnTo>
                  <a:pt x="1163437" y="7152177"/>
                </a:lnTo>
                <a:lnTo>
                  <a:pt x="1191261" y="7187473"/>
                </a:lnTo>
                <a:lnTo>
                  <a:pt x="1219367" y="7222534"/>
                </a:lnTo>
                <a:lnTo>
                  <a:pt x="1247753" y="7257361"/>
                </a:lnTo>
                <a:lnTo>
                  <a:pt x="1276416" y="7291950"/>
                </a:lnTo>
                <a:lnTo>
                  <a:pt x="1305356" y="7326300"/>
                </a:lnTo>
                <a:lnTo>
                  <a:pt x="1334571" y="7360409"/>
                </a:lnTo>
                <a:lnTo>
                  <a:pt x="1364059" y="7394277"/>
                </a:lnTo>
                <a:lnTo>
                  <a:pt x="1393818" y="7427900"/>
                </a:lnTo>
                <a:lnTo>
                  <a:pt x="1423846" y="7461278"/>
                </a:lnTo>
                <a:lnTo>
                  <a:pt x="1454142" y="7494408"/>
                </a:lnTo>
                <a:lnTo>
                  <a:pt x="1484705" y="7527289"/>
                </a:lnTo>
                <a:lnTo>
                  <a:pt x="1497330" y="7540652"/>
                </a:lnTo>
              </a:path>
            </a:pathLst>
          </a:custGeom>
          <a:ln w="61722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6508" y="305257"/>
            <a:ext cx="11090910" cy="80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34920" y="2509580"/>
            <a:ext cx="15793085" cy="43993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7635" y="0"/>
            <a:ext cx="4650740" cy="1365250"/>
          </a:xfrm>
          <a:custGeom>
            <a:avLst/>
            <a:gdLst/>
            <a:ahLst/>
            <a:cxnLst/>
            <a:rect l="l" t="t" r="r" b="b"/>
            <a:pathLst>
              <a:path w="4650740" h="1365250">
                <a:moveTo>
                  <a:pt x="0" y="0"/>
                </a:moveTo>
                <a:lnTo>
                  <a:pt x="33867" y="29575"/>
                </a:lnTo>
                <a:lnTo>
                  <a:pt x="67976" y="58802"/>
                </a:lnTo>
                <a:lnTo>
                  <a:pt x="102326" y="87755"/>
                </a:lnTo>
                <a:lnTo>
                  <a:pt x="136916" y="116431"/>
                </a:lnTo>
                <a:lnTo>
                  <a:pt x="171742" y="144829"/>
                </a:lnTo>
                <a:lnTo>
                  <a:pt x="206804" y="172947"/>
                </a:lnTo>
                <a:lnTo>
                  <a:pt x="242099" y="200783"/>
                </a:lnTo>
                <a:lnTo>
                  <a:pt x="277627" y="228337"/>
                </a:lnTo>
                <a:lnTo>
                  <a:pt x="313385" y="255605"/>
                </a:lnTo>
                <a:lnTo>
                  <a:pt x="349371" y="282587"/>
                </a:lnTo>
                <a:lnTo>
                  <a:pt x="385585" y="309280"/>
                </a:lnTo>
                <a:lnTo>
                  <a:pt x="422024" y="335683"/>
                </a:lnTo>
                <a:lnTo>
                  <a:pt x="458687" y="361794"/>
                </a:lnTo>
                <a:lnTo>
                  <a:pt x="495571" y="387612"/>
                </a:lnTo>
                <a:lnTo>
                  <a:pt x="532675" y="413135"/>
                </a:lnTo>
                <a:lnTo>
                  <a:pt x="569998" y="438361"/>
                </a:lnTo>
                <a:lnTo>
                  <a:pt x="607538" y="463288"/>
                </a:lnTo>
                <a:lnTo>
                  <a:pt x="645293" y="487914"/>
                </a:lnTo>
                <a:lnTo>
                  <a:pt x="683261" y="512239"/>
                </a:lnTo>
                <a:lnTo>
                  <a:pt x="721441" y="536260"/>
                </a:lnTo>
                <a:lnTo>
                  <a:pt x="759831" y="559976"/>
                </a:lnTo>
                <a:lnTo>
                  <a:pt x="798429" y="583384"/>
                </a:lnTo>
                <a:lnTo>
                  <a:pt x="837234" y="606484"/>
                </a:lnTo>
                <a:lnTo>
                  <a:pt x="876243" y="629273"/>
                </a:lnTo>
                <a:lnTo>
                  <a:pt x="915456" y="651750"/>
                </a:lnTo>
                <a:lnTo>
                  <a:pt x="954870" y="673913"/>
                </a:lnTo>
                <a:lnTo>
                  <a:pt x="994483" y="695760"/>
                </a:lnTo>
                <a:lnTo>
                  <a:pt x="1034295" y="717290"/>
                </a:lnTo>
                <a:lnTo>
                  <a:pt x="1074303" y="738501"/>
                </a:lnTo>
                <a:lnTo>
                  <a:pt x="1114506" y="759391"/>
                </a:lnTo>
                <a:lnTo>
                  <a:pt x="1154902" y="779959"/>
                </a:lnTo>
                <a:lnTo>
                  <a:pt x="1195489" y="800203"/>
                </a:lnTo>
                <a:lnTo>
                  <a:pt x="1236265" y="820120"/>
                </a:lnTo>
                <a:lnTo>
                  <a:pt x="1277229" y="839710"/>
                </a:lnTo>
                <a:lnTo>
                  <a:pt x="1318380" y="858971"/>
                </a:lnTo>
                <a:lnTo>
                  <a:pt x="1359714" y="877901"/>
                </a:lnTo>
                <a:lnTo>
                  <a:pt x="1401232" y="896498"/>
                </a:lnTo>
                <a:lnTo>
                  <a:pt x="1442930" y="914761"/>
                </a:lnTo>
                <a:lnTo>
                  <a:pt x="1484808" y="932687"/>
                </a:lnTo>
                <a:lnTo>
                  <a:pt x="1526863" y="950276"/>
                </a:lnTo>
                <a:lnTo>
                  <a:pt x="1569095" y="967526"/>
                </a:lnTo>
                <a:lnTo>
                  <a:pt x="1611500" y="984434"/>
                </a:lnTo>
                <a:lnTo>
                  <a:pt x="1654078" y="1000999"/>
                </a:lnTo>
                <a:lnTo>
                  <a:pt x="1696827" y="1017220"/>
                </a:lnTo>
                <a:lnTo>
                  <a:pt x="1739745" y="1033094"/>
                </a:lnTo>
                <a:lnTo>
                  <a:pt x="1782830" y="1048620"/>
                </a:lnTo>
                <a:lnTo>
                  <a:pt x="1826081" y="1063797"/>
                </a:lnTo>
                <a:lnTo>
                  <a:pt x="1869496" y="1078622"/>
                </a:lnTo>
                <a:lnTo>
                  <a:pt x="1913073" y="1093094"/>
                </a:lnTo>
                <a:lnTo>
                  <a:pt x="1956811" y="1107211"/>
                </a:lnTo>
                <a:lnTo>
                  <a:pt x="2000708" y="1120972"/>
                </a:lnTo>
                <a:lnTo>
                  <a:pt x="2044761" y="1134375"/>
                </a:lnTo>
                <a:lnTo>
                  <a:pt x="2088971" y="1147417"/>
                </a:lnTo>
                <a:lnTo>
                  <a:pt x="2133334" y="1160098"/>
                </a:lnTo>
                <a:lnTo>
                  <a:pt x="2177849" y="1172415"/>
                </a:lnTo>
                <a:lnTo>
                  <a:pt x="2222514" y="1184368"/>
                </a:lnTo>
                <a:lnTo>
                  <a:pt x="2267328" y="1195954"/>
                </a:lnTo>
                <a:lnTo>
                  <a:pt x="2312289" y="1207171"/>
                </a:lnTo>
                <a:lnTo>
                  <a:pt x="2357396" y="1218018"/>
                </a:lnTo>
                <a:lnTo>
                  <a:pt x="2402646" y="1228493"/>
                </a:lnTo>
                <a:lnTo>
                  <a:pt x="2448037" y="1238595"/>
                </a:lnTo>
                <a:lnTo>
                  <a:pt x="2493569" y="1248321"/>
                </a:lnTo>
                <a:lnTo>
                  <a:pt x="2539240" y="1257670"/>
                </a:lnTo>
                <a:lnTo>
                  <a:pt x="2585047" y="1266641"/>
                </a:lnTo>
                <a:lnTo>
                  <a:pt x="2630989" y="1275231"/>
                </a:lnTo>
                <a:lnTo>
                  <a:pt x="2677064" y="1283440"/>
                </a:lnTo>
                <a:lnTo>
                  <a:pt x="2723271" y="1291264"/>
                </a:lnTo>
                <a:lnTo>
                  <a:pt x="2769608" y="1298703"/>
                </a:lnTo>
                <a:lnTo>
                  <a:pt x="2816073" y="1305755"/>
                </a:lnTo>
                <a:lnTo>
                  <a:pt x="2862665" y="1312418"/>
                </a:lnTo>
                <a:lnTo>
                  <a:pt x="2909382" y="1318690"/>
                </a:lnTo>
                <a:lnTo>
                  <a:pt x="2956221" y="1324570"/>
                </a:lnTo>
                <a:lnTo>
                  <a:pt x="3003182" y="1330056"/>
                </a:lnTo>
                <a:lnTo>
                  <a:pt x="3050263" y="1335146"/>
                </a:lnTo>
                <a:lnTo>
                  <a:pt x="3097462" y="1339838"/>
                </a:lnTo>
                <a:lnTo>
                  <a:pt x="3144777" y="1344132"/>
                </a:lnTo>
                <a:lnTo>
                  <a:pt x="3192207" y="1348025"/>
                </a:lnTo>
                <a:lnTo>
                  <a:pt x="3239749" y="1351515"/>
                </a:lnTo>
                <a:lnTo>
                  <a:pt x="3287403" y="1354601"/>
                </a:lnTo>
                <a:lnTo>
                  <a:pt x="3335167" y="1357281"/>
                </a:lnTo>
                <a:lnTo>
                  <a:pt x="3383038" y="1359554"/>
                </a:lnTo>
                <a:lnTo>
                  <a:pt x="3431015" y="1361417"/>
                </a:lnTo>
                <a:lnTo>
                  <a:pt x="3479096" y="1362869"/>
                </a:lnTo>
                <a:lnTo>
                  <a:pt x="3527281" y="1363908"/>
                </a:lnTo>
                <a:lnTo>
                  <a:pt x="3575566" y="1364533"/>
                </a:lnTo>
                <a:lnTo>
                  <a:pt x="3623950" y="1364742"/>
                </a:lnTo>
                <a:lnTo>
                  <a:pt x="3672335" y="1364533"/>
                </a:lnTo>
                <a:lnTo>
                  <a:pt x="3720620" y="1363908"/>
                </a:lnTo>
                <a:lnTo>
                  <a:pt x="3768805" y="1362869"/>
                </a:lnTo>
                <a:lnTo>
                  <a:pt x="3816886" y="1361417"/>
                </a:lnTo>
                <a:lnTo>
                  <a:pt x="3864863" y="1359554"/>
                </a:lnTo>
                <a:lnTo>
                  <a:pt x="3912734" y="1357281"/>
                </a:lnTo>
                <a:lnTo>
                  <a:pt x="3960498" y="1354601"/>
                </a:lnTo>
                <a:lnTo>
                  <a:pt x="4008152" y="1351515"/>
                </a:lnTo>
                <a:lnTo>
                  <a:pt x="4055694" y="1348025"/>
                </a:lnTo>
                <a:lnTo>
                  <a:pt x="4103124" y="1344132"/>
                </a:lnTo>
                <a:lnTo>
                  <a:pt x="4150439" y="1339838"/>
                </a:lnTo>
                <a:lnTo>
                  <a:pt x="4197638" y="1335146"/>
                </a:lnTo>
                <a:lnTo>
                  <a:pt x="4244719" y="1330056"/>
                </a:lnTo>
                <a:lnTo>
                  <a:pt x="4291680" y="1324570"/>
                </a:lnTo>
                <a:lnTo>
                  <a:pt x="4338519" y="1318690"/>
                </a:lnTo>
                <a:lnTo>
                  <a:pt x="4385236" y="1312418"/>
                </a:lnTo>
                <a:lnTo>
                  <a:pt x="4431828" y="1305755"/>
                </a:lnTo>
                <a:lnTo>
                  <a:pt x="4478293" y="1298703"/>
                </a:lnTo>
                <a:lnTo>
                  <a:pt x="4524630" y="1291264"/>
                </a:lnTo>
                <a:lnTo>
                  <a:pt x="4570837" y="1283440"/>
                </a:lnTo>
                <a:lnTo>
                  <a:pt x="4616912" y="1275231"/>
                </a:lnTo>
                <a:lnTo>
                  <a:pt x="4650364" y="1268977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08932"/>
            <a:ext cx="1031240" cy="6412230"/>
          </a:xfrm>
          <a:custGeom>
            <a:avLst/>
            <a:gdLst/>
            <a:ahLst/>
            <a:cxnLst/>
            <a:rect l="l" t="t" r="r" b="b"/>
            <a:pathLst>
              <a:path w="1031240" h="6412230">
                <a:moveTo>
                  <a:pt x="0" y="6411735"/>
                </a:moveTo>
                <a:lnTo>
                  <a:pt x="28038" y="6372396"/>
                </a:lnTo>
                <a:lnTo>
                  <a:pt x="53856" y="6335496"/>
                </a:lnTo>
                <a:lnTo>
                  <a:pt x="79379" y="6298376"/>
                </a:lnTo>
                <a:lnTo>
                  <a:pt x="104605" y="6261037"/>
                </a:lnTo>
                <a:lnTo>
                  <a:pt x="129532" y="6223481"/>
                </a:lnTo>
                <a:lnTo>
                  <a:pt x="154158" y="6185711"/>
                </a:lnTo>
                <a:lnTo>
                  <a:pt x="178483" y="6147727"/>
                </a:lnTo>
                <a:lnTo>
                  <a:pt x="202504" y="6109531"/>
                </a:lnTo>
                <a:lnTo>
                  <a:pt x="226220" y="6071125"/>
                </a:lnTo>
                <a:lnTo>
                  <a:pt x="249628" y="6032511"/>
                </a:lnTo>
                <a:lnTo>
                  <a:pt x="272728" y="5993690"/>
                </a:lnTo>
                <a:lnTo>
                  <a:pt x="295517" y="5954665"/>
                </a:lnTo>
                <a:lnTo>
                  <a:pt x="317994" y="5915436"/>
                </a:lnTo>
                <a:lnTo>
                  <a:pt x="340157" y="5876005"/>
                </a:lnTo>
                <a:lnTo>
                  <a:pt x="362004" y="5836375"/>
                </a:lnTo>
                <a:lnTo>
                  <a:pt x="383534" y="5796547"/>
                </a:lnTo>
                <a:lnTo>
                  <a:pt x="404745" y="5756522"/>
                </a:lnTo>
                <a:lnTo>
                  <a:pt x="425635" y="5716303"/>
                </a:lnTo>
                <a:lnTo>
                  <a:pt x="446203" y="5675891"/>
                </a:lnTo>
                <a:lnTo>
                  <a:pt x="466447" y="5635287"/>
                </a:lnTo>
                <a:lnTo>
                  <a:pt x="486364" y="5594494"/>
                </a:lnTo>
                <a:lnTo>
                  <a:pt x="505954" y="5553513"/>
                </a:lnTo>
                <a:lnTo>
                  <a:pt x="525215" y="5512345"/>
                </a:lnTo>
                <a:lnTo>
                  <a:pt x="544145" y="5470994"/>
                </a:lnTo>
                <a:lnTo>
                  <a:pt x="562742" y="5429459"/>
                </a:lnTo>
                <a:lnTo>
                  <a:pt x="581005" y="5387744"/>
                </a:lnTo>
                <a:lnTo>
                  <a:pt x="598931" y="5345849"/>
                </a:lnTo>
                <a:lnTo>
                  <a:pt x="616520" y="5303776"/>
                </a:lnTo>
                <a:lnTo>
                  <a:pt x="633770" y="5261528"/>
                </a:lnTo>
                <a:lnTo>
                  <a:pt x="650678" y="5219105"/>
                </a:lnTo>
                <a:lnTo>
                  <a:pt x="667243" y="5176510"/>
                </a:lnTo>
                <a:lnTo>
                  <a:pt x="683464" y="5133744"/>
                </a:lnTo>
                <a:lnTo>
                  <a:pt x="699338" y="5090809"/>
                </a:lnTo>
                <a:lnTo>
                  <a:pt x="714864" y="5047706"/>
                </a:lnTo>
                <a:lnTo>
                  <a:pt x="730041" y="5004438"/>
                </a:lnTo>
                <a:lnTo>
                  <a:pt x="744866" y="4961005"/>
                </a:lnTo>
                <a:lnTo>
                  <a:pt x="759338" y="4917411"/>
                </a:lnTo>
                <a:lnTo>
                  <a:pt x="773455" y="4873655"/>
                </a:lnTo>
                <a:lnTo>
                  <a:pt x="787216" y="4829741"/>
                </a:lnTo>
                <a:lnTo>
                  <a:pt x="800619" y="4785670"/>
                </a:lnTo>
                <a:lnTo>
                  <a:pt x="813661" y="4741443"/>
                </a:lnTo>
                <a:lnTo>
                  <a:pt x="826342" y="4697062"/>
                </a:lnTo>
                <a:lnTo>
                  <a:pt x="838659" y="4652529"/>
                </a:lnTo>
                <a:lnTo>
                  <a:pt x="850612" y="4607846"/>
                </a:lnTo>
                <a:lnTo>
                  <a:pt x="862198" y="4563014"/>
                </a:lnTo>
                <a:lnTo>
                  <a:pt x="873415" y="4518035"/>
                </a:lnTo>
                <a:lnTo>
                  <a:pt x="884262" y="4472911"/>
                </a:lnTo>
                <a:lnTo>
                  <a:pt x="894737" y="4427643"/>
                </a:lnTo>
                <a:lnTo>
                  <a:pt x="904839" y="4382234"/>
                </a:lnTo>
                <a:lnTo>
                  <a:pt x="914565" y="4336684"/>
                </a:lnTo>
                <a:lnTo>
                  <a:pt x="923914" y="4290996"/>
                </a:lnTo>
                <a:lnTo>
                  <a:pt x="932885" y="4245171"/>
                </a:lnTo>
                <a:lnTo>
                  <a:pt x="941475" y="4199210"/>
                </a:lnTo>
                <a:lnTo>
                  <a:pt x="949684" y="4153117"/>
                </a:lnTo>
                <a:lnTo>
                  <a:pt x="957508" y="4106892"/>
                </a:lnTo>
                <a:lnTo>
                  <a:pt x="964947" y="4060537"/>
                </a:lnTo>
                <a:lnTo>
                  <a:pt x="971999" y="4014054"/>
                </a:lnTo>
                <a:lnTo>
                  <a:pt x="978662" y="3967444"/>
                </a:lnTo>
                <a:lnTo>
                  <a:pt x="984934" y="3920709"/>
                </a:lnTo>
                <a:lnTo>
                  <a:pt x="990814" y="3873851"/>
                </a:lnTo>
                <a:lnTo>
                  <a:pt x="996300" y="3826872"/>
                </a:lnTo>
                <a:lnTo>
                  <a:pt x="1001390" y="3779773"/>
                </a:lnTo>
                <a:lnTo>
                  <a:pt x="1006082" y="3732556"/>
                </a:lnTo>
                <a:lnTo>
                  <a:pt x="1010376" y="3685223"/>
                </a:lnTo>
                <a:lnTo>
                  <a:pt x="1014269" y="3637775"/>
                </a:lnTo>
                <a:lnTo>
                  <a:pt x="1017759" y="3590214"/>
                </a:lnTo>
                <a:lnTo>
                  <a:pt x="1020845" y="3542542"/>
                </a:lnTo>
                <a:lnTo>
                  <a:pt x="1023525" y="3494761"/>
                </a:lnTo>
                <a:lnTo>
                  <a:pt x="1025798" y="3446871"/>
                </a:lnTo>
                <a:lnTo>
                  <a:pt x="1027661" y="3398876"/>
                </a:lnTo>
                <a:lnTo>
                  <a:pt x="1029113" y="3350776"/>
                </a:lnTo>
                <a:lnTo>
                  <a:pt x="1030152" y="3302573"/>
                </a:lnTo>
                <a:lnTo>
                  <a:pt x="1030777" y="3254270"/>
                </a:lnTo>
                <a:lnTo>
                  <a:pt x="1030986" y="3205867"/>
                </a:lnTo>
                <a:lnTo>
                  <a:pt x="1030777" y="3157464"/>
                </a:lnTo>
                <a:lnTo>
                  <a:pt x="1030152" y="3109161"/>
                </a:lnTo>
                <a:lnTo>
                  <a:pt x="1029113" y="3060958"/>
                </a:lnTo>
                <a:lnTo>
                  <a:pt x="1027661" y="3012859"/>
                </a:lnTo>
                <a:lnTo>
                  <a:pt x="1025798" y="2964863"/>
                </a:lnTo>
                <a:lnTo>
                  <a:pt x="1023525" y="2916974"/>
                </a:lnTo>
                <a:lnTo>
                  <a:pt x="1020845" y="2869192"/>
                </a:lnTo>
                <a:lnTo>
                  <a:pt x="1017759" y="2821520"/>
                </a:lnTo>
                <a:lnTo>
                  <a:pt x="1014269" y="2773959"/>
                </a:lnTo>
                <a:lnTo>
                  <a:pt x="1010376" y="2726512"/>
                </a:lnTo>
                <a:lnTo>
                  <a:pt x="1006082" y="2679178"/>
                </a:lnTo>
                <a:lnTo>
                  <a:pt x="1001390" y="2631961"/>
                </a:lnTo>
                <a:lnTo>
                  <a:pt x="996300" y="2584862"/>
                </a:lnTo>
                <a:lnTo>
                  <a:pt x="990814" y="2537883"/>
                </a:lnTo>
                <a:lnTo>
                  <a:pt x="984934" y="2491025"/>
                </a:lnTo>
                <a:lnTo>
                  <a:pt x="978662" y="2444291"/>
                </a:lnTo>
                <a:lnTo>
                  <a:pt x="971999" y="2397681"/>
                </a:lnTo>
                <a:lnTo>
                  <a:pt x="964947" y="2351198"/>
                </a:lnTo>
                <a:lnTo>
                  <a:pt x="957508" y="2304843"/>
                </a:lnTo>
                <a:lnTo>
                  <a:pt x="949684" y="2258617"/>
                </a:lnTo>
                <a:lnTo>
                  <a:pt x="941475" y="2212524"/>
                </a:lnTo>
                <a:lnTo>
                  <a:pt x="932885" y="2166564"/>
                </a:lnTo>
                <a:lnTo>
                  <a:pt x="923914" y="2120739"/>
                </a:lnTo>
                <a:lnTo>
                  <a:pt x="914565" y="2075051"/>
                </a:lnTo>
                <a:lnTo>
                  <a:pt x="904839" y="2029501"/>
                </a:lnTo>
                <a:lnTo>
                  <a:pt x="894737" y="1984091"/>
                </a:lnTo>
                <a:lnTo>
                  <a:pt x="884262" y="1938823"/>
                </a:lnTo>
                <a:lnTo>
                  <a:pt x="873415" y="1893699"/>
                </a:lnTo>
                <a:lnTo>
                  <a:pt x="862198" y="1848720"/>
                </a:lnTo>
                <a:lnTo>
                  <a:pt x="850612" y="1803888"/>
                </a:lnTo>
                <a:lnTo>
                  <a:pt x="838659" y="1759205"/>
                </a:lnTo>
                <a:lnTo>
                  <a:pt x="826342" y="1714672"/>
                </a:lnTo>
                <a:lnTo>
                  <a:pt x="813661" y="1670292"/>
                </a:lnTo>
                <a:lnTo>
                  <a:pt x="800619" y="1626065"/>
                </a:lnTo>
                <a:lnTo>
                  <a:pt x="787216" y="1581993"/>
                </a:lnTo>
                <a:lnTo>
                  <a:pt x="773455" y="1538079"/>
                </a:lnTo>
                <a:lnTo>
                  <a:pt x="759338" y="1494324"/>
                </a:lnTo>
                <a:lnTo>
                  <a:pt x="744866" y="1450729"/>
                </a:lnTo>
                <a:lnTo>
                  <a:pt x="730041" y="1407297"/>
                </a:lnTo>
                <a:lnTo>
                  <a:pt x="714864" y="1364028"/>
                </a:lnTo>
                <a:lnTo>
                  <a:pt x="699338" y="1320926"/>
                </a:lnTo>
                <a:lnTo>
                  <a:pt x="683464" y="1277990"/>
                </a:lnTo>
                <a:lnTo>
                  <a:pt x="667243" y="1235224"/>
                </a:lnTo>
                <a:lnTo>
                  <a:pt x="650678" y="1192629"/>
                </a:lnTo>
                <a:lnTo>
                  <a:pt x="633770" y="1150206"/>
                </a:lnTo>
                <a:lnTo>
                  <a:pt x="616520" y="1107958"/>
                </a:lnTo>
                <a:lnTo>
                  <a:pt x="598932" y="1065885"/>
                </a:lnTo>
                <a:lnTo>
                  <a:pt x="581005" y="1023991"/>
                </a:lnTo>
                <a:lnTo>
                  <a:pt x="562742" y="982275"/>
                </a:lnTo>
                <a:lnTo>
                  <a:pt x="544145" y="940741"/>
                </a:lnTo>
                <a:lnTo>
                  <a:pt x="525215" y="899389"/>
                </a:lnTo>
                <a:lnTo>
                  <a:pt x="505954" y="858222"/>
                </a:lnTo>
                <a:lnTo>
                  <a:pt x="486364" y="817241"/>
                </a:lnTo>
                <a:lnTo>
                  <a:pt x="466447" y="776447"/>
                </a:lnTo>
                <a:lnTo>
                  <a:pt x="446203" y="735844"/>
                </a:lnTo>
                <a:lnTo>
                  <a:pt x="425635" y="695432"/>
                </a:lnTo>
                <a:lnTo>
                  <a:pt x="404745" y="655212"/>
                </a:lnTo>
                <a:lnTo>
                  <a:pt x="383534" y="615188"/>
                </a:lnTo>
                <a:lnTo>
                  <a:pt x="362004" y="575359"/>
                </a:lnTo>
                <a:lnTo>
                  <a:pt x="340157" y="535729"/>
                </a:lnTo>
                <a:lnTo>
                  <a:pt x="317994" y="496299"/>
                </a:lnTo>
                <a:lnTo>
                  <a:pt x="295517" y="457070"/>
                </a:lnTo>
                <a:lnTo>
                  <a:pt x="272728" y="418044"/>
                </a:lnTo>
                <a:lnTo>
                  <a:pt x="249628" y="379223"/>
                </a:lnTo>
                <a:lnTo>
                  <a:pt x="226220" y="340609"/>
                </a:lnTo>
                <a:lnTo>
                  <a:pt x="202504" y="302204"/>
                </a:lnTo>
                <a:lnTo>
                  <a:pt x="178483" y="264008"/>
                </a:lnTo>
                <a:lnTo>
                  <a:pt x="154158" y="226024"/>
                </a:lnTo>
                <a:lnTo>
                  <a:pt x="129532" y="188253"/>
                </a:lnTo>
                <a:lnTo>
                  <a:pt x="104605" y="150697"/>
                </a:lnTo>
                <a:lnTo>
                  <a:pt x="79379" y="113359"/>
                </a:lnTo>
                <a:lnTo>
                  <a:pt x="53856" y="76239"/>
                </a:lnTo>
                <a:lnTo>
                  <a:pt x="28038" y="39339"/>
                </a:lnTo>
                <a:lnTo>
                  <a:pt x="1927" y="2661"/>
                </a:lnTo>
                <a:lnTo>
                  <a:pt x="0" y="0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193" y="339510"/>
            <a:ext cx="4445067" cy="12195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0026" y="1628343"/>
            <a:ext cx="141592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latin typeface="Cambria"/>
                <a:cs typeface="Cambria"/>
              </a:rPr>
              <a:t>Vel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Tech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Rangarajan</a:t>
            </a:r>
            <a:r>
              <a:rPr sz="3200" b="1" spc="-100" dirty="0">
                <a:latin typeface="Cambria"/>
                <a:cs typeface="Cambria"/>
              </a:rPr>
              <a:t> </a:t>
            </a:r>
            <a:r>
              <a:rPr sz="3200" b="1" spc="-90" dirty="0">
                <a:latin typeface="Cambria"/>
                <a:cs typeface="Cambria"/>
              </a:rPr>
              <a:t>Dr.</a:t>
            </a:r>
            <a:r>
              <a:rPr sz="3200" b="1" spc="-6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1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0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165340" y="2117801"/>
            <a:ext cx="43167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4685" y="2509580"/>
            <a:ext cx="12258040" cy="4084954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45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sz="2800" b="1" spc="21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45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5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3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0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2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3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4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1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0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60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23-03-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marL="136525" algn="ctr">
              <a:lnSpc>
                <a:spcPct val="100000"/>
              </a:lnSpc>
              <a:spcBef>
                <a:spcPts val="4054"/>
              </a:spcBef>
            </a:pP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Academic</a:t>
            </a:r>
            <a:r>
              <a:rPr sz="32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Campus</a:t>
            </a:r>
            <a:r>
              <a:rPr sz="32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Event</a:t>
            </a:r>
            <a:r>
              <a:rPr sz="32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&amp;</a:t>
            </a:r>
            <a:r>
              <a:rPr sz="32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Registration</a:t>
            </a:r>
            <a:r>
              <a:rPr sz="3200" b="1" spc="-1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Portal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2718" y="7743911"/>
            <a:ext cx="7739380" cy="1397635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3000" b="1" spc="-10" dirty="0">
                <a:latin typeface="Cambria"/>
                <a:cs typeface="Cambria"/>
              </a:rPr>
              <a:t>Presented</a:t>
            </a:r>
            <a:r>
              <a:rPr sz="3000" b="1" spc="-10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IN" sz="3000" spc="-60" dirty="0" err="1">
                <a:latin typeface="Cambria"/>
                <a:cs typeface="Cambria"/>
              </a:rPr>
              <a:t>M.Lokesh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8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VTU25</a:t>
            </a:r>
            <a:r>
              <a:rPr lang="en-IN" sz="3000" dirty="0">
                <a:latin typeface="Cambria"/>
                <a:cs typeface="Cambria"/>
              </a:rPr>
              <a:t>638</a:t>
            </a:r>
            <a:r>
              <a:rPr sz="3000" spc="-2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8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23UECS0</a:t>
            </a:r>
            <a:r>
              <a:rPr lang="en-IN" sz="3000" spc="-10">
                <a:latin typeface="Cambria"/>
                <a:cs typeface="Cambria"/>
              </a:rPr>
              <a:t>328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25733" y="7601341"/>
            <a:ext cx="6979284" cy="208407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11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>
              <a:latin typeface="Cambria"/>
              <a:cs typeface="Cambria"/>
            </a:endParaRPr>
          </a:p>
          <a:p>
            <a:pPr marL="12700" marR="5080">
              <a:lnSpc>
                <a:spcPts val="5400"/>
              </a:lnSpc>
              <a:spcBef>
                <a:spcPts val="285"/>
              </a:spcBef>
            </a:pPr>
            <a:r>
              <a:rPr sz="3000" spc="-85" dirty="0">
                <a:latin typeface="Cambria"/>
                <a:cs typeface="Cambria"/>
              </a:rPr>
              <a:t>Dr.</a:t>
            </a:r>
            <a:r>
              <a:rPr sz="3000" spc="-6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HAFIZUR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RAHMAN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-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B.E.,</a:t>
            </a:r>
            <a:r>
              <a:rPr sz="3000" spc="-90" dirty="0">
                <a:latin typeface="Cambria"/>
                <a:cs typeface="Cambria"/>
              </a:rPr>
              <a:t> </a:t>
            </a:r>
            <a:r>
              <a:rPr sz="3000" spc="-30" dirty="0">
                <a:latin typeface="Cambria"/>
                <a:cs typeface="Cambria"/>
              </a:rPr>
              <a:t>M.Tech.,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spc="-20" dirty="0">
                <a:latin typeface="Cambria"/>
                <a:cs typeface="Cambria"/>
              </a:rPr>
              <a:t>Ph.D. </a:t>
            </a:r>
            <a:r>
              <a:rPr sz="3000" spc="-40" dirty="0">
                <a:latin typeface="Cambria"/>
                <a:cs typeface="Cambria"/>
              </a:rPr>
              <a:t>ASSISTANT</a:t>
            </a:r>
            <a:r>
              <a:rPr sz="3000" spc="-9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PROFESSOR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9175" y="6999478"/>
            <a:ext cx="367728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latin typeface="Cambria"/>
                <a:cs typeface="Cambria"/>
              </a:rPr>
              <a:t>SDG:SDG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4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Quality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Education)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12895" y="909827"/>
            <a:ext cx="946785" cy="238125"/>
            <a:chOff x="16312895" y="909827"/>
            <a:chExt cx="946785" cy="238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941831"/>
              <a:ext cx="731011" cy="731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315181" y="912113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1"/>
                  </a:lnTo>
                </a:path>
                <a:path w="942340" h="233680">
                  <a:moveTo>
                    <a:pt x="0" y="233171"/>
                  </a:moveTo>
                  <a:lnTo>
                    <a:pt x="941831" y="233171"/>
                  </a:lnTo>
                </a:path>
                <a:path w="942340" h="233680">
                  <a:moveTo>
                    <a:pt x="941831" y="233171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704087" y="1952244"/>
            <a:ext cx="996950" cy="992505"/>
          </a:xfrm>
          <a:custGeom>
            <a:avLst/>
            <a:gdLst/>
            <a:ahLst/>
            <a:cxnLst/>
            <a:rect l="l" t="t" r="r" b="b"/>
            <a:pathLst>
              <a:path w="996950" h="992505">
                <a:moveTo>
                  <a:pt x="498348" y="0"/>
                </a:moveTo>
                <a:lnTo>
                  <a:pt x="450353" y="2271"/>
                </a:lnTo>
                <a:lnTo>
                  <a:pt x="403649" y="8945"/>
                </a:lnTo>
                <a:lnTo>
                  <a:pt x="358444" y="19816"/>
                </a:lnTo>
                <a:lnTo>
                  <a:pt x="314949" y="34673"/>
                </a:lnTo>
                <a:lnTo>
                  <a:pt x="273370" y="53311"/>
                </a:lnTo>
                <a:lnTo>
                  <a:pt x="233918" y="75520"/>
                </a:lnTo>
                <a:lnTo>
                  <a:pt x="196801" y="101093"/>
                </a:lnTo>
                <a:lnTo>
                  <a:pt x="162228" y="129821"/>
                </a:lnTo>
                <a:lnTo>
                  <a:pt x="130407" y="161497"/>
                </a:lnTo>
                <a:lnTo>
                  <a:pt x="101549" y="195912"/>
                </a:lnTo>
                <a:lnTo>
                  <a:pt x="75860" y="232860"/>
                </a:lnTo>
                <a:lnTo>
                  <a:pt x="53550" y="272131"/>
                </a:lnTo>
                <a:lnTo>
                  <a:pt x="34829" y="313517"/>
                </a:lnTo>
                <a:lnTo>
                  <a:pt x="19904" y="356812"/>
                </a:lnTo>
                <a:lnTo>
                  <a:pt x="8985" y="401806"/>
                </a:lnTo>
                <a:lnTo>
                  <a:pt x="2281" y="448292"/>
                </a:lnTo>
                <a:lnTo>
                  <a:pt x="0" y="496061"/>
                </a:lnTo>
                <a:lnTo>
                  <a:pt x="2281" y="543831"/>
                </a:lnTo>
                <a:lnTo>
                  <a:pt x="8985" y="590317"/>
                </a:lnTo>
                <a:lnTo>
                  <a:pt x="19904" y="635311"/>
                </a:lnTo>
                <a:lnTo>
                  <a:pt x="34829" y="678606"/>
                </a:lnTo>
                <a:lnTo>
                  <a:pt x="53550" y="719992"/>
                </a:lnTo>
                <a:lnTo>
                  <a:pt x="75860" y="759263"/>
                </a:lnTo>
                <a:lnTo>
                  <a:pt x="101549" y="796211"/>
                </a:lnTo>
                <a:lnTo>
                  <a:pt x="130407" y="830626"/>
                </a:lnTo>
                <a:lnTo>
                  <a:pt x="162228" y="862302"/>
                </a:lnTo>
                <a:lnTo>
                  <a:pt x="196801" y="891030"/>
                </a:lnTo>
                <a:lnTo>
                  <a:pt x="233918" y="916603"/>
                </a:lnTo>
                <a:lnTo>
                  <a:pt x="273370" y="938812"/>
                </a:lnTo>
                <a:lnTo>
                  <a:pt x="314949" y="957450"/>
                </a:lnTo>
                <a:lnTo>
                  <a:pt x="358444" y="972307"/>
                </a:lnTo>
                <a:lnTo>
                  <a:pt x="403649" y="983178"/>
                </a:lnTo>
                <a:lnTo>
                  <a:pt x="450353" y="989852"/>
                </a:lnTo>
                <a:lnTo>
                  <a:pt x="498348" y="992124"/>
                </a:lnTo>
                <a:lnTo>
                  <a:pt x="546338" y="989852"/>
                </a:lnTo>
                <a:lnTo>
                  <a:pt x="593039" y="983178"/>
                </a:lnTo>
                <a:lnTo>
                  <a:pt x="638242" y="972307"/>
                </a:lnTo>
                <a:lnTo>
                  <a:pt x="681736" y="957450"/>
                </a:lnTo>
                <a:lnTo>
                  <a:pt x="723314" y="938812"/>
                </a:lnTo>
                <a:lnTo>
                  <a:pt x="762766" y="916603"/>
                </a:lnTo>
                <a:lnTo>
                  <a:pt x="799883" y="891030"/>
                </a:lnTo>
                <a:lnTo>
                  <a:pt x="834457" y="862302"/>
                </a:lnTo>
                <a:lnTo>
                  <a:pt x="866279" y="830626"/>
                </a:lnTo>
                <a:lnTo>
                  <a:pt x="895139" y="796211"/>
                </a:lnTo>
                <a:lnTo>
                  <a:pt x="920829" y="759263"/>
                </a:lnTo>
                <a:lnTo>
                  <a:pt x="943140" y="719992"/>
                </a:lnTo>
                <a:lnTo>
                  <a:pt x="961863" y="678606"/>
                </a:lnTo>
                <a:lnTo>
                  <a:pt x="976789" y="635311"/>
                </a:lnTo>
                <a:lnTo>
                  <a:pt x="987709" y="590317"/>
                </a:lnTo>
                <a:lnTo>
                  <a:pt x="994414" y="543831"/>
                </a:lnTo>
                <a:lnTo>
                  <a:pt x="996695" y="496061"/>
                </a:lnTo>
                <a:lnTo>
                  <a:pt x="994414" y="448292"/>
                </a:lnTo>
                <a:lnTo>
                  <a:pt x="987709" y="401806"/>
                </a:lnTo>
                <a:lnTo>
                  <a:pt x="976789" y="356812"/>
                </a:lnTo>
                <a:lnTo>
                  <a:pt x="961863" y="313517"/>
                </a:lnTo>
                <a:lnTo>
                  <a:pt x="943140" y="272131"/>
                </a:lnTo>
                <a:lnTo>
                  <a:pt x="920829" y="232860"/>
                </a:lnTo>
                <a:lnTo>
                  <a:pt x="895139" y="195912"/>
                </a:lnTo>
                <a:lnTo>
                  <a:pt x="866279" y="161497"/>
                </a:lnTo>
                <a:lnTo>
                  <a:pt x="834457" y="129821"/>
                </a:lnTo>
                <a:lnTo>
                  <a:pt x="799883" y="101093"/>
                </a:lnTo>
                <a:lnTo>
                  <a:pt x="762766" y="75520"/>
                </a:lnTo>
                <a:lnTo>
                  <a:pt x="723314" y="53311"/>
                </a:lnTo>
                <a:lnTo>
                  <a:pt x="681736" y="34673"/>
                </a:lnTo>
                <a:lnTo>
                  <a:pt x="638242" y="19816"/>
                </a:lnTo>
                <a:lnTo>
                  <a:pt x="593039" y="8945"/>
                </a:lnTo>
                <a:lnTo>
                  <a:pt x="546338" y="2271"/>
                </a:lnTo>
                <a:lnTo>
                  <a:pt x="498348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9761" y="2179066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6403" y="4448555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5727" y="4561077"/>
            <a:ext cx="1701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6403" y="3108960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3220593"/>
            <a:ext cx="15430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6403" y="5116067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5229859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6403" y="3776471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3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7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3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5727" y="3890009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6403" y="6455664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5727" y="6570040"/>
            <a:ext cx="15367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6403" y="5783579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5727" y="5898845"/>
            <a:ext cx="1651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6403" y="7123176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5727" y="7238492"/>
            <a:ext cx="16129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46403" y="7790688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3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7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3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25727" y="7906257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3232150">
              <a:lnSpc>
                <a:spcPct val="100000"/>
              </a:lnSpc>
              <a:spcBef>
                <a:spcPts val="135"/>
              </a:spcBef>
            </a:pPr>
            <a:r>
              <a:rPr sz="4750" spc="-10" dirty="0"/>
              <a:t>INTRODUCTION</a:t>
            </a:r>
            <a:endParaRPr sz="4750"/>
          </a:p>
        </p:txBody>
      </p:sp>
      <p:sp>
        <p:nvSpPr>
          <p:cNvPr id="24" name="object 24"/>
          <p:cNvSpPr txBox="1"/>
          <p:nvPr/>
        </p:nvSpPr>
        <p:spPr>
          <a:xfrm>
            <a:off x="2289175" y="2499817"/>
            <a:ext cx="14523719" cy="13093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0"/>
              </a:spcBef>
              <a:buFont typeface="Calibri"/>
              <a:buChar char="-"/>
              <a:tabLst>
                <a:tab pos="469265" algn="l"/>
              </a:tabLst>
            </a:pP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Background</a:t>
            </a:r>
            <a:r>
              <a:rPr sz="2800" b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ts val="3350"/>
              </a:lnSpc>
              <a:spcBef>
                <a:spcPts val="135"/>
              </a:spcBef>
              <a:buChar char="-"/>
              <a:tabLst>
                <a:tab pos="469900" algn="l"/>
              </a:tabLst>
            </a:pPr>
            <a:r>
              <a:rPr sz="2800" spc="-20" dirty="0">
                <a:latin typeface="Calibri"/>
                <a:cs typeface="Calibri"/>
              </a:rPr>
              <a:t>Traditional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campus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management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inefficient,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registration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tracking difficult.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9175" y="4210939"/>
            <a:ext cx="13599160" cy="878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ts val="3354"/>
              </a:lnSpc>
              <a:spcBef>
                <a:spcPts val="105"/>
              </a:spcBef>
              <a:buFont typeface="Calibri"/>
              <a:buChar char="-"/>
              <a:tabLst>
                <a:tab pos="469265" algn="l"/>
              </a:tabLst>
            </a:pP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Why</a:t>
            </a:r>
            <a:r>
              <a:rPr sz="28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this</a:t>
            </a:r>
            <a:r>
              <a:rPr sz="28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8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8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important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ts val="3354"/>
              </a:lnSpc>
              <a:buChar char="-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automates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registration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management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reduce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errors.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9175" y="5491734"/>
            <a:ext cx="14208760" cy="878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ts val="3354"/>
              </a:lnSpc>
              <a:spcBef>
                <a:spcPts val="105"/>
              </a:spcBef>
              <a:buFont typeface="Calibri"/>
              <a:buChar char="-"/>
              <a:tabLst>
                <a:tab pos="469265" algn="l"/>
              </a:tabLst>
            </a:pP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Real-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world</a:t>
            </a:r>
            <a:r>
              <a:rPr sz="28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relevance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ts val="3354"/>
              </a:lnSpc>
              <a:buChar char="-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useful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college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workshops,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seminars,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fests,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technical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89175" y="6772402"/>
            <a:ext cx="13362305" cy="1304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ts val="3354"/>
              </a:lnSpc>
              <a:spcBef>
                <a:spcPts val="105"/>
              </a:spcBef>
              <a:buFont typeface="Calibri"/>
              <a:buChar char="-"/>
              <a:tabLst>
                <a:tab pos="469265" algn="l"/>
              </a:tabLst>
            </a:pP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Brief</a:t>
            </a: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overview</a:t>
            </a:r>
            <a:r>
              <a:rPr sz="2800" b="1" spc="-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8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ts val="3350"/>
              </a:lnSpc>
              <a:spcBef>
                <a:spcPts val="110"/>
              </a:spcBef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portal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admins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students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 </a:t>
            </a:r>
            <a:r>
              <a:rPr sz="2800" dirty="0">
                <a:latin typeface="Calibri"/>
                <a:cs typeface="Calibri"/>
              </a:rPr>
              <a:t>participation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digitally.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12895" y="909827"/>
            <a:ext cx="946785" cy="238125"/>
            <a:chOff x="16312895" y="909827"/>
            <a:chExt cx="946785" cy="238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941831"/>
              <a:ext cx="731011" cy="731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315181" y="912113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1"/>
                  </a:lnTo>
                </a:path>
                <a:path w="942340" h="233680">
                  <a:moveTo>
                    <a:pt x="0" y="233171"/>
                  </a:moveTo>
                  <a:lnTo>
                    <a:pt x="941831" y="233171"/>
                  </a:lnTo>
                </a:path>
                <a:path w="942340" h="233680">
                  <a:moveTo>
                    <a:pt x="941831" y="233171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708659" y="264718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3114" y="2875280"/>
            <a:ext cx="2311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443026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9080" y="4542281"/>
            <a:ext cx="1701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9080" y="2094992"/>
            <a:ext cx="1028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509320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9080" y="5208269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376275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9080" y="3875608"/>
            <a:ext cx="15748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9080" y="6539941"/>
            <a:ext cx="15367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57607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9080" y="5874257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0975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50975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29080" y="7208266"/>
            <a:ext cx="164465" cy="951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35"/>
              </a:spcBef>
            </a:pPr>
            <a:r>
              <a:rPr sz="4750" dirty="0"/>
              <a:t>PROBLEM</a:t>
            </a:r>
            <a:r>
              <a:rPr sz="4750" spc="35" dirty="0"/>
              <a:t> </a:t>
            </a:r>
            <a:r>
              <a:rPr sz="4750" spc="-25" dirty="0"/>
              <a:t>STATEMENT</a:t>
            </a:r>
            <a:endParaRPr sz="4750"/>
          </a:p>
        </p:txBody>
      </p:sp>
      <p:sp>
        <p:nvSpPr>
          <p:cNvPr id="23" name="object 23"/>
          <p:cNvSpPr txBox="1"/>
          <p:nvPr/>
        </p:nvSpPr>
        <p:spPr>
          <a:xfrm>
            <a:off x="3068573" y="2491815"/>
            <a:ext cx="14759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many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educational</a:t>
            </a:r>
            <a:r>
              <a:rPr sz="3600" spc="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institutions,</a:t>
            </a:r>
            <a:r>
              <a:rPr sz="3600" spc="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campus</a:t>
            </a:r>
            <a:r>
              <a:rPr sz="3600" spc="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</a:t>
            </a:r>
            <a:r>
              <a:rPr sz="3600" spc="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are</a:t>
            </a:r>
            <a:r>
              <a:rPr sz="3600" spc="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managed</a:t>
            </a:r>
            <a:r>
              <a:rPr sz="3600" spc="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manually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using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4920" y="3041142"/>
            <a:ext cx="15793085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basic</a:t>
            </a:r>
            <a:r>
              <a:rPr sz="3600" spc="28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tools</a:t>
            </a:r>
            <a:r>
              <a:rPr sz="3600" spc="30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that</a:t>
            </a:r>
            <a:r>
              <a:rPr sz="3600" spc="29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lack</a:t>
            </a:r>
            <a:r>
              <a:rPr sz="3600" spc="3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proper</a:t>
            </a:r>
            <a:r>
              <a:rPr sz="3600" spc="31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automation.</a:t>
            </a:r>
            <a:r>
              <a:rPr sz="3600" spc="29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This</a:t>
            </a:r>
            <a:r>
              <a:rPr sz="3600" spc="30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creates</a:t>
            </a:r>
            <a:r>
              <a:rPr sz="3600" spc="29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difficulties</a:t>
            </a:r>
            <a:r>
              <a:rPr sz="3600" spc="29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295" dirty="0">
                <a:latin typeface="Times New Roman"/>
                <a:cs typeface="Times New Roman"/>
              </a:rPr>
              <a:t>  </a:t>
            </a:r>
            <a:r>
              <a:rPr sz="3600" spc="-10" dirty="0">
                <a:latin typeface="Times New Roman"/>
                <a:cs typeface="Times New Roman"/>
              </a:rPr>
              <a:t>handling </a:t>
            </a:r>
            <a:r>
              <a:rPr sz="3600" dirty="0">
                <a:latin typeface="Times New Roman"/>
                <a:cs typeface="Times New Roman"/>
              </a:rPr>
              <a:t>registrations,</a:t>
            </a:r>
            <a:r>
              <a:rPr sz="3600" spc="7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approvals,</a:t>
            </a:r>
            <a:r>
              <a:rPr sz="3600" spc="7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attendance</a:t>
            </a:r>
            <a:r>
              <a:rPr sz="3600" spc="7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tracking,</a:t>
            </a:r>
            <a:r>
              <a:rPr sz="3600" spc="7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7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communication</a:t>
            </a:r>
            <a:r>
              <a:rPr sz="3600" spc="7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with</a:t>
            </a:r>
            <a:r>
              <a:rPr sz="3600" spc="7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participants </a:t>
            </a:r>
            <a:r>
              <a:rPr sz="3600" dirty="0">
                <a:latin typeface="Times New Roman"/>
                <a:cs typeface="Times New Roman"/>
              </a:rPr>
              <a:t>efficiently.</a:t>
            </a:r>
            <a:r>
              <a:rPr sz="3600" spc="2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Manual</a:t>
            </a:r>
            <a:r>
              <a:rPr sz="3600" spc="2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management</a:t>
            </a:r>
            <a:r>
              <a:rPr sz="3600" spc="2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increases</a:t>
            </a:r>
            <a:r>
              <a:rPr sz="3600" spc="2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paperwork,</a:t>
            </a:r>
            <a:r>
              <a:rPr sz="3600" spc="2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consumes</a:t>
            </a:r>
            <a:r>
              <a:rPr sz="3600" spc="25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time,</a:t>
            </a:r>
            <a:r>
              <a:rPr sz="3600" spc="25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2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may</a:t>
            </a:r>
            <a:r>
              <a:rPr sz="3600" spc="19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lead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25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data</a:t>
            </a:r>
            <a:r>
              <a:rPr sz="3600" spc="2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errors</a:t>
            </a:r>
            <a:r>
              <a:rPr sz="3600" spc="2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2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mismanagement.</a:t>
            </a:r>
            <a:r>
              <a:rPr sz="3600" spc="2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There</a:t>
            </a:r>
            <a:r>
              <a:rPr sz="3600" spc="2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2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2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need</a:t>
            </a:r>
            <a:r>
              <a:rPr sz="3600" spc="25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2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2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secure</a:t>
            </a:r>
            <a:r>
              <a:rPr sz="3600" spc="2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25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centralized</a:t>
            </a:r>
            <a:r>
              <a:rPr sz="3600" spc="27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event </a:t>
            </a:r>
            <a:r>
              <a:rPr sz="3600" dirty="0">
                <a:latin typeface="Times New Roman"/>
                <a:cs typeface="Times New Roman"/>
              </a:rPr>
              <a:t>management</a:t>
            </a:r>
            <a:r>
              <a:rPr sz="3600" spc="484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system</a:t>
            </a:r>
            <a:r>
              <a:rPr sz="3600" spc="47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that</a:t>
            </a:r>
            <a:r>
              <a:rPr sz="3600" spc="48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47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streamline</a:t>
            </a:r>
            <a:r>
              <a:rPr sz="3600" spc="484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47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creation,</a:t>
            </a:r>
            <a:r>
              <a:rPr sz="3600" spc="47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student</a:t>
            </a:r>
            <a:r>
              <a:rPr sz="3600" spc="490" dirty="0">
                <a:latin typeface="Times New Roman"/>
                <a:cs typeface="Times New Roman"/>
              </a:rPr>
              <a:t>  </a:t>
            </a:r>
            <a:r>
              <a:rPr sz="3600" spc="-10" dirty="0">
                <a:latin typeface="Times New Roman"/>
                <a:cs typeface="Times New Roman"/>
              </a:rPr>
              <a:t>registration, </a:t>
            </a:r>
            <a:r>
              <a:rPr sz="3600" dirty="0">
                <a:latin typeface="Times New Roman"/>
                <a:cs typeface="Times New Roman"/>
              </a:rPr>
              <a:t>participant</a:t>
            </a:r>
            <a:r>
              <a:rPr sz="3600" spc="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tracking,</a:t>
            </a:r>
            <a:r>
              <a:rPr sz="3600" spc="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automated</a:t>
            </a:r>
            <a:r>
              <a:rPr sz="3600" spc="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notifications.</a:t>
            </a:r>
            <a:r>
              <a:rPr sz="3600" spc="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Such</a:t>
            </a:r>
            <a:r>
              <a:rPr sz="3600" spc="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system</a:t>
            </a:r>
            <a:r>
              <a:rPr sz="3600" spc="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improves</a:t>
            </a:r>
            <a:r>
              <a:rPr sz="3600" spc="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efficiency, </a:t>
            </a:r>
            <a:r>
              <a:rPr sz="3600" spc="-25" dirty="0">
                <a:latin typeface="Times New Roman"/>
                <a:cs typeface="Times New Roman"/>
              </a:rPr>
              <a:t>accuracy,</a:t>
            </a:r>
            <a:r>
              <a:rPr sz="3600" spc="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overall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campus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coordination.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470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3114" y="3542741"/>
            <a:ext cx="23622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3026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080" y="4542281"/>
            <a:ext cx="1701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9080" y="2094992"/>
            <a:ext cx="1028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320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0975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9080" y="2760675"/>
            <a:ext cx="15430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57607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0975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9080" y="5208269"/>
            <a:ext cx="164465" cy="2951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3419475">
              <a:lnSpc>
                <a:spcPct val="100000"/>
              </a:lnSpc>
              <a:spcBef>
                <a:spcPts val="135"/>
              </a:spcBef>
            </a:pPr>
            <a:r>
              <a:rPr sz="4750" spc="-10" dirty="0"/>
              <a:t>OBJECTIVE(S)</a:t>
            </a:r>
            <a:endParaRPr sz="4750"/>
          </a:p>
        </p:txBody>
      </p:sp>
      <p:grpSp>
        <p:nvGrpSpPr>
          <p:cNvPr id="17" name="object 17"/>
          <p:cNvGrpSpPr/>
          <p:nvPr/>
        </p:nvGrpSpPr>
        <p:grpSpPr>
          <a:xfrm>
            <a:off x="16312895" y="909827"/>
            <a:ext cx="946785" cy="238125"/>
            <a:chOff x="16312895" y="909827"/>
            <a:chExt cx="946785" cy="23812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941831"/>
              <a:ext cx="731011" cy="7315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6315181" y="912113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1"/>
                  </a:lnTo>
                </a:path>
                <a:path w="942340" h="233680">
                  <a:moveTo>
                    <a:pt x="0" y="233171"/>
                  </a:moveTo>
                  <a:lnTo>
                    <a:pt x="941831" y="233171"/>
                  </a:lnTo>
                </a:path>
                <a:path w="942340" h="233680">
                  <a:moveTo>
                    <a:pt x="941831" y="233171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89175" y="2207209"/>
            <a:ext cx="146037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8955" marR="5080" indent="-51689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1.</a:t>
            </a:r>
            <a:r>
              <a:rPr sz="3600" spc="400" dirty="0">
                <a:latin typeface="Times New Roman"/>
                <a:cs typeface="Times New Roman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To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design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develop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web-</a:t>
            </a:r>
            <a:r>
              <a:rPr sz="3600" dirty="0">
                <a:latin typeface="Times New Roman"/>
                <a:cs typeface="Times New Roman"/>
              </a:rPr>
              <a:t>based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Academic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Campus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&amp;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Registration </a:t>
            </a:r>
            <a:r>
              <a:rPr sz="3600" dirty="0">
                <a:latin typeface="Times New Roman"/>
                <a:cs typeface="Times New Roman"/>
              </a:rPr>
              <a:t>Portal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with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secure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user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authentication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role-</a:t>
            </a:r>
            <a:r>
              <a:rPr sz="3600" dirty="0">
                <a:latin typeface="Times New Roman"/>
                <a:cs typeface="Times New Roman"/>
              </a:rPr>
              <a:t>based</a:t>
            </a:r>
            <a:r>
              <a:rPr sz="3600" spc="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access.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89175" y="3854322"/>
            <a:ext cx="141033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8955" marR="5080" indent="-51689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2.</a:t>
            </a:r>
            <a:r>
              <a:rPr sz="3600" spc="355" dirty="0">
                <a:latin typeface="Times New Roman"/>
                <a:cs typeface="Times New Roman"/>
              </a:rPr>
              <a:t> </a:t>
            </a:r>
            <a:r>
              <a:rPr sz="3600" spc="-60" dirty="0">
                <a:latin typeface="Times New Roman"/>
                <a:cs typeface="Times New Roman"/>
              </a:rPr>
              <a:t>To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implement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online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creation,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registration,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participant </a:t>
            </a:r>
            <a:r>
              <a:rPr sz="3600" dirty="0">
                <a:latin typeface="Times New Roman"/>
                <a:cs typeface="Times New Roman"/>
              </a:rPr>
              <a:t>management,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automated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notifications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efficient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coordination.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221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0975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9080" y="3429126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2094992"/>
            <a:ext cx="1028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320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9080" y="5208269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3114" y="3780485"/>
            <a:ext cx="13724255" cy="13093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58695" indent="-51689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258695" algn="l"/>
              </a:tabLst>
            </a:pPr>
            <a:r>
              <a:rPr sz="2800" dirty="0">
                <a:latin typeface="Calibri"/>
                <a:cs typeface="Calibri"/>
              </a:rPr>
              <a:t>Admin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participant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details.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  <a:p>
            <a:pPr marL="2258695" indent="-51689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25869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tracks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registrations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maintains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participant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automatically.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9080" y="2760675"/>
            <a:ext cx="15430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9080" y="6539941"/>
            <a:ext cx="15367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07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9080" y="5874257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9080" y="7208266"/>
            <a:ext cx="16129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9080" y="7876158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909827"/>
            <a:ext cx="946785" cy="238125"/>
            <a:chOff x="16312895" y="909827"/>
            <a:chExt cx="946785" cy="2381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941831"/>
              <a:ext cx="731011" cy="7315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315181" y="912113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1"/>
                  </a:lnTo>
                </a:path>
                <a:path w="942340" h="233680">
                  <a:moveTo>
                    <a:pt x="0" y="233171"/>
                  </a:moveTo>
                  <a:lnTo>
                    <a:pt x="941831" y="233171"/>
                  </a:lnTo>
                </a:path>
                <a:path w="942340" h="233680">
                  <a:moveTo>
                    <a:pt x="941831" y="233171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2559685">
              <a:lnSpc>
                <a:spcPct val="100000"/>
              </a:lnSpc>
              <a:spcBef>
                <a:spcPts val="135"/>
              </a:spcBef>
            </a:pPr>
            <a:r>
              <a:rPr sz="4750" dirty="0"/>
              <a:t>PROPOSED</a:t>
            </a:r>
            <a:r>
              <a:rPr sz="4750" spc="100" dirty="0"/>
              <a:t> </a:t>
            </a:r>
            <a:r>
              <a:rPr sz="4750" spc="-10" dirty="0"/>
              <a:t>SYSTEM</a:t>
            </a:r>
            <a:endParaRPr sz="4750"/>
          </a:p>
        </p:txBody>
      </p:sp>
      <p:sp>
        <p:nvSpPr>
          <p:cNvPr id="24" name="object 24"/>
          <p:cNvSpPr txBox="1"/>
          <p:nvPr/>
        </p:nvSpPr>
        <p:spPr>
          <a:xfrm>
            <a:off x="2822575" y="1649044"/>
            <a:ext cx="14543405" cy="879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28955" marR="5080" indent="-51689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52895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proposed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web-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Academic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Campus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Registration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Portal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manages </a:t>
            </a:r>
            <a:r>
              <a:rPr sz="2800" dirty="0">
                <a:latin typeface="Calibri"/>
                <a:cs typeface="Calibri"/>
              </a:rPr>
              <a:t>events,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registrations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platform.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2575" y="2929838"/>
            <a:ext cx="1233551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28955" indent="-51625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52895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students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campus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easily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interface.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2575" y="5491734"/>
            <a:ext cx="980313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8955" indent="-51625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2895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notifications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confirmations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registered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participants.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2575" y="6342075"/>
            <a:ext cx="906653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28955" indent="-51625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52895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reduces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paperwork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administrative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workload.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22575" y="7197293"/>
            <a:ext cx="873633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28955" indent="-51625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52895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minimizes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registration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22575" y="8053196"/>
            <a:ext cx="131826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8955" indent="-51625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2895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faster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efficient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solution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compared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traditional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429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3114" y="4883911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9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88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0975" y="39867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0975" y="265176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9080" y="2099818"/>
            <a:ext cx="170180" cy="2285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6428232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0975" y="576529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70866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7541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9080" y="5879083"/>
            <a:ext cx="165100" cy="2275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379189" y="-258445"/>
            <a:ext cx="5167630" cy="1882139"/>
            <a:chOff x="13379189" y="-258445"/>
            <a:chExt cx="5167630" cy="1882139"/>
          </a:xfrm>
        </p:grpSpPr>
        <p:sp>
          <p:nvSpPr>
            <p:cNvPr id="15" name="object 15"/>
            <p:cNvSpPr/>
            <p:nvPr/>
          </p:nvSpPr>
          <p:spPr>
            <a:xfrm>
              <a:off x="13637634" y="0"/>
              <a:ext cx="4650740" cy="1365250"/>
            </a:xfrm>
            <a:custGeom>
              <a:avLst/>
              <a:gdLst/>
              <a:ahLst/>
              <a:cxnLst/>
              <a:rect l="l" t="t" r="r" b="b"/>
              <a:pathLst>
                <a:path w="4650740" h="1365250">
                  <a:moveTo>
                    <a:pt x="0" y="0"/>
                  </a:moveTo>
                  <a:lnTo>
                    <a:pt x="33867" y="29575"/>
                  </a:lnTo>
                  <a:lnTo>
                    <a:pt x="67976" y="58802"/>
                  </a:lnTo>
                  <a:lnTo>
                    <a:pt x="102326" y="87755"/>
                  </a:lnTo>
                  <a:lnTo>
                    <a:pt x="136916" y="116431"/>
                  </a:lnTo>
                  <a:lnTo>
                    <a:pt x="171742" y="144829"/>
                  </a:lnTo>
                  <a:lnTo>
                    <a:pt x="206804" y="172947"/>
                  </a:lnTo>
                  <a:lnTo>
                    <a:pt x="242099" y="200783"/>
                  </a:lnTo>
                  <a:lnTo>
                    <a:pt x="277627" y="228337"/>
                  </a:lnTo>
                  <a:lnTo>
                    <a:pt x="313385" y="255605"/>
                  </a:lnTo>
                  <a:lnTo>
                    <a:pt x="349371" y="282587"/>
                  </a:lnTo>
                  <a:lnTo>
                    <a:pt x="385585" y="309280"/>
                  </a:lnTo>
                  <a:lnTo>
                    <a:pt x="422024" y="335683"/>
                  </a:lnTo>
                  <a:lnTo>
                    <a:pt x="458687" y="361794"/>
                  </a:lnTo>
                  <a:lnTo>
                    <a:pt x="495571" y="387612"/>
                  </a:lnTo>
                  <a:lnTo>
                    <a:pt x="532675" y="413135"/>
                  </a:lnTo>
                  <a:lnTo>
                    <a:pt x="569998" y="438361"/>
                  </a:lnTo>
                  <a:lnTo>
                    <a:pt x="607538" y="463288"/>
                  </a:lnTo>
                  <a:lnTo>
                    <a:pt x="645293" y="487914"/>
                  </a:lnTo>
                  <a:lnTo>
                    <a:pt x="683261" y="512239"/>
                  </a:lnTo>
                  <a:lnTo>
                    <a:pt x="721441" y="536260"/>
                  </a:lnTo>
                  <a:lnTo>
                    <a:pt x="759831" y="559976"/>
                  </a:lnTo>
                  <a:lnTo>
                    <a:pt x="798429" y="583384"/>
                  </a:lnTo>
                  <a:lnTo>
                    <a:pt x="837234" y="606484"/>
                  </a:lnTo>
                  <a:lnTo>
                    <a:pt x="876243" y="629273"/>
                  </a:lnTo>
                  <a:lnTo>
                    <a:pt x="915456" y="651750"/>
                  </a:lnTo>
                  <a:lnTo>
                    <a:pt x="954870" y="673913"/>
                  </a:lnTo>
                  <a:lnTo>
                    <a:pt x="994483" y="695760"/>
                  </a:lnTo>
                  <a:lnTo>
                    <a:pt x="1034295" y="717290"/>
                  </a:lnTo>
                  <a:lnTo>
                    <a:pt x="1074303" y="738501"/>
                  </a:lnTo>
                  <a:lnTo>
                    <a:pt x="1114506" y="759391"/>
                  </a:lnTo>
                  <a:lnTo>
                    <a:pt x="1154902" y="779959"/>
                  </a:lnTo>
                  <a:lnTo>
                    <a:pt x="1195489" y="800203"/>
                  </a:lnTo>
                  <a:lnTo>
                    <a:pt x="1236265" y="820120"/>
                  </a:lnTo>
                  <a:lnTo>
                    <a:pt x="1277229" y="839710"/>
                  </a:lnTo>
                  <a:lnTo>
                    <a:pt x="1318380" y="858971"/>
                  </a:lnTo>
                  <a:lnTo>
                    <a:pt x="1359714" y="877901"/>
                  </a:lnTo>
                  <a:lnTo>
                    <a:pt x="1401232" y="896498"/>
                  </a:lnTo>
                  <a:lnTo>
                    <a:pt x="1442930" y="914761"/>
                  </a:lnTo>
                  <a:lnTo>
                    <a:pt x="1484808" y="932687"/>
                  </a:lnTo>
                  <a:lnTo>
                    <a:pt x="1526863" y="950276"/>
                  </a:lnTo>
                  <a:lnTo>
                    <a:pt x="1569095" y="967526"/>
                  </a:lnTo>
                  <a:lnTo>
                    <a:pt x="1611500" y="984434"/>
                  </a:lnTo>
                  <a:lnTo>
                    <a:pt x="1654078" y="1000999"/>
                  </a:lnTo>
                  <a:lnTo>
                    <a:pt x="1696827" y="1017220"/>
                  </a:lnTo>
                  <a:lnTo>
                    <a:pt x="1739745" y="1033094"/>
                  </a:lnTo>
                  <a:lnTo>
                    <a:pt x="1782830" y="1048620"/>
                  </a:lnTo>
                  <a:lnTo>
                    <a:pt x="1826081" y="1063797"/>
                  </a:lnTo>
                  <a:lnTo>
                    <a:pt x="1869496" y="1078622"/>
                  </a:lnTo>
                  <a:lnTo>
                    <a:pt x="1913073" y="1093094"/>
                  </a:lnTo>
                  <a:lnTo>
                    <a:pt x="1956811" y="1107211"/>
                  </a:lnTo>
                  <a:lnTo>
                    <a:pt x="2000708" y="1120972"/>
                  </a:lnTo>
                  <a:lnTo>
                    <a:pt x="2044761" y="1134375"/>
                  </a:lnTo>
                  <a:lnTo>
                    <a:pt x="2088971" y="1147417"/>
                  </a:lnTo>
                  <a:lnTo>
                    <a:pt x="2133334" y="1160098"/>
                  </a:lnTo>
                  <a:lnTo>
                    <a:pt x="2177849" y="1172415"/>
                  </a:lnTo>
                  <a:lnTo>
                    <a:pt x="2222514" y="1184368"/>
                  </a:lnTo>
                  <a:lnTo>
                    <a:pt x="2267328" y="1195954"/>
                  </a:lnTo>
                  <a:lnTo>
                    <a:pt x="2312289" y="1207171"/>
                  </a:lnTo>
                  <a:lnTo>
                    <a:pt x="2357396" y="1218018"/>
                  </a:lnTo>
                  <a:lnTo>
                    <a:pt x="2402646" y="1228493"/>
                  </a:lnTo>
                  <a:lnTo>
                    <a:pt x="2448037" y="1238595"/>
                  </a:lnTo>
                  <a:lnTo>
                    <a:pt x="2493569" y="1248321"/>
                  </a:lnTo>
                  <a:lnTo>
                    <a:pt x="2539240" y="1257670"/>
                  </a:lnTo>
                  <a:lnTo>
                    <a:pt x="2585047" y="1266641"/>
                  </a:lnTo>
                  <a:lnTo>
                    <a:pt x="2630989" y="1275231"/>
                  </a:lnTo>
                  <a:lnTo>
                    <a:pt x="2677064" y="1283440"/>
                  </a:lnTo>
                  <a:lnTo>
                    <a:pt x="2723271" y="1291264"/>
                  </a:lnTo>
                  <a:lnTo>
                    <a:pt x="2769608" y="1298703"/>
                  </a:lnTo>
                  <a:lnTo>
                    <a:pt x="2816073" y="1305755"/>
                  </a:lnTo>
                  <a:lnTo>
                    <a:pt x="2862665" y="1312418"/>
                  </a:lnTo>
                  <a:lnTo>
                    <a:pt x="2909382" y="1318690"/>
                  </a:lnTo>
                  <a:lnTo>
                    <a:pt x="2956221" y="1324570"/>
                  </a:lnTo>
                  <a:lnTo>
                    <a:pt x="3003182" y="1330056"/>
                  </a:lnTo>
                  <a:lnTo>
                    <a:pt x="3050263" y="1335146"/>
                  </a:lnTo>
                  <a:lnTo>
                    <a:pt x="3097462" y="1339838"/>
                  </a:lnTo>
                  <a:lnTo>
                    <a:pt x="3144777" y="1344132"/>
                  </a:lnTo>
                  <a:lnTo>
                    <a:pt x="3192207" y="1348025"/>
                  </a:lnTo>
                  <a:lnTo>
                    <a:pt x="3239749" y="1351515"/>
                  </a:lnTo>
                  <a:lnTo>
                    <a:pt x="3287403" y="1354601"/>
                  </a:lnTo>
                  <a:lnTo>
                    <a:pt x="3335167" y="1357281"/>
                  </a:lnTo>
                  <a:lnTo>
                    <a:pt x="3383038" y="1359554"/>
                  </a:lnTo>
                  <a:lnTo>
                    <a:pt x="3431015" y="1361417"/>
                  </a:lnTo>
                  <a:lnTo>
                    <a:pt x="3479096" y="1362869"/>
                  </a:lnTo>
                  <a:lnTo>
                    <a:pt x="3527281" y="1363908"/>
                  </a:lnTo>
                  <a:lnTo>
                    <a:pt x="3575566" y="1364533"/>
                  </a:lnTo>
                  <a:lnTo>
                    <a:pt x="3623950" y="1364742"/>
                  </a:lnTo>
                  <a:lnTo>
                    <a:pt x="3672335" y="1364533"/>
                  </a:lnTo>
                  <a:lnTo>
                    <a:pt x="3720620" y="1363908"/>
                  </a:lnTo>
                  <a:lnTo>
                    <a:pt x="3768805" y="1362869"/>
                  </a:lnTo>
                  <a:lnTo>
                    <a:pt x="3816886" y="1361417"/>
                  </a:lnTo>
                  <a:lnTo>
                    <a:pt x="3864863" y="1359554"/>
                  </a:lnTo>
                  <a:lnTo>
                    <a:pt x="3912734" y="1357281"/>
                  </a:lnTo>
                  <a:lnTo>
                    <a:pt x="3960498" y="1354601"/>
                  </a:lnTo>
                  <a:lnTo>
                    <a:pt x="4008152" y="1351515"/>
                  </a:lnTo>
                  <a:lnTo>
                    <a:pt x="4055694" y="1348025"/>
                  </a:lnTo>
                  <a:lnTo>
                    <a:pt x="4103124" y="1344132"/>
                  </a:lnTo>
                  <a:lnTo>
                    <a:pt x="4150439" y="1339838"/>
                  </a:lnTo>
                  <a:lnTo>
                    <a:pt x="4197638" y="1335146"/>
                  </a:lnTo>
                  <a:lnTo>
                    <a:pt x="4244719" y="1330056"/>
                  </a:lnTo>
                  <a:lnTo>
                    <a:pt x="4291680" y="1324570"/>
                  </a:lnTo>
                  <a:lnTo>
                    <a:pt x="4338519" y="1318690"/>
                  </a:lnTo>
                  <a:lnTo>
                    <a:pt x="4385236" y="1312418"/>
                  </a:lnTo>
                  <a:lnTo>
                    <a:pt x="4431828" y="1305755"/>
                  </a:lnTo>
                  <a:lnTo>
                    <a:pt x="4478293" y="1298703"/>
                  </a:lnTo>
                  <a:lnTo>
                    <a:pt x="4524630" y="1291264"/>
                  </a:lnTo>
                  <a:lnTo>
                    <a:pt x="4570837" y="1283440"/>
                  </a:lnTo>
                  <a:lnTo>
                    <a:pt x="4616912" y="1275231"/>
                  </a:lnTo>
                  <a:lnTo>
                    <a:pt x="4650364" y="1268977"/>
                  </a:lnTo>
                </a:path>
              </a:pathLst>
            </a:custGeom>
            <a:ln w="516636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941832"/>
              <a:ext cx="731011" cy="7315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315181" y="912113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1"/>
                  </a:lnTo>
                </a:path>
                <a:path w="942340" h="233680">
                  <a:moveTo>
                    <a:pt x="0" y="233171"/>
                  </a:moveTo>
                  <a:lnTo>
                    <a:pt x="941831" y="233171"/>
                  </a:lnTo>
                </a:path>
                <a:path w="942340" h="233680">
                  <a:moveTo>
                    <a:pt x="941831" y="233171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750" dirty="0"/>
              <a:t>PROPOSED</a:t>
            </a:r>
            <a:r>
              <a:rPr sz="4750" spc="114" dirty="0"/>
              <a:t> </a:t>
            </a:r>
            <a:r>
              <a:rPr sz="4750" dirty="0"/>
              <a:t>SYSTEM</a:t>
            </a:r>
            <a:r>
              <a:rPr sz="4750" spc="-260" dirty="0"/>
              <a:t> </a:t>
            </a:r>
            <a:r>
              <a:rPr sz="4750" spc="-10" dirty="0"/>
              <a:t>ARCHITECTURE</a:t>
            </a:r>
            <a:endParaRPr sz="4750"/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1840" y="1243583"/>
            <a:ext cx="11704319" cy="7799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723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9327" y="554654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5293" y="2094992"/>
            <a:ext cx="170180" cy="2953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5293" y="6539941"/>
            <a:ext cx="164465" cy="161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312895" y="909827"/>
            <a:ext cx="946785" cy="238125"/>
            <a:chOff x="16312895" y="909827"/>
            <a:chExt cx="946785" cy="2381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941831"/>
              <a:ext cx="731011" cy="731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315181" y="912113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1"/>
                  </a:lnTo>
                </a:path>
                <a:path w="942340" h="233680">
                  <a:moveTo>
                    <a:pt x="0" y="233171"/>
                  </a:moveTo>
                  <a:lnTo>
                    <a:pt x="941831" y="233171"/>
                  </a:lnTo>
                </a:path>
                <a:path w="942340" h="233680">
                  <a:moveTo>
                    <a:pt x="941831" y="233171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63315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WORKFLOW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1840" y="1479711"/>
            <a:ext cx="11704319" cy="7449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560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9327" y="6205169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5293" y="3429126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5293" y="2094992"/>
            <a:ext cx="1028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5293" y="4096892"/>
            <a:ext cx="1701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5293" y="2760675"/>
            <a:ext cx="15430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5293" y="5432805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5293" y="4765039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5293" y="7208266"/>
            <a:ext cx="16129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5293" y="7876158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909827"/>
            <a:ext cx="946785" cy="238125"/>
            <a:chOff x="16312895" y="909827"/>
            <a:chExt cx="946785" cy="2381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941831"/>
              <a:ext cx="731011" cy="7315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315181" y="912113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1"/>
                  </a:lnTo>
                </a:path>
                <a:path w="942340" h="233680">
                  <a:moveTo>
                    <a:pt x="0" y="233171"/>
                  </a:moveTo>
                  <a:lnTo>
                    <a:pt x="941831" y="233171"/>
                  </a:lnTo>
                </a:path>
                <a:path w="942340" h="233680">
                  <a:moveTo>
                    <a:pt x="941831" y="233171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2171065">
              <a:lnSpc>
                <a:spcPct val="100000"/>
              </a:lnSpc>
              <a:spcBef>
                <a:spcPts val="135"/>
              </a:spcBef>
            </a:pPr>
            <a:r>
              <a:rPr sz="4750" dirty="0"/>
              <a:t>TECHNOLOGIES</a:t>
            </a:r>
            <a:r>
              <a:rPr sz="4750" spc="95" dirty="0"/>
              <a:t> </a:t>
            </a:r>
            <a:r>
              <a:rPr sz="4750" spc="-20" dirty="0"/>
              <a:t>USED</a:t>
            </a:r>
            <a:endParaRPr sz="4750"/>
          </a:p>
        </p:txBody>
      </p:sp>
      <p:sp>
        <p:nvSpPr>
          <p:cNvPr id="24" name="object 24"/>
          <p:cNvSpPr txBox="1"/>
          <p:nvPr/>
        </p:nvSpPr>
        <p:spPr>
          <a:xfrm>
            <a:off x="2670175" y="1420749"/>
            <a:ext cx="1969770" cy="1734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ts val="3354"/>
              </a:lnSpc>
              <a:spcBef>
                <a:spcPts val="105"/>
              </a:spcBef>
              <a:buFont typeface="Calibri"/>
              <a:buChar char="-"/>
              <a:tabLst>
                <a:tab pos="469900" algn="l"/>
              </a:tabLst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Frontend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0"/>
              </a:lnSpc>
              <a:buChar char="-"/>
              <a:tabLst>
                <a:tab pos="469900" algn="l"/>
              </a:tabLst>
            </a:pPr>
            <a:r>
              <a:rPr sz="2800" spc="-10" dirty="0">
                <a:latin typeface="Calibri"/>
                <a:cs typeface="Calibri"/>
              </a:rPr>
              <a:t>HTML5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buChar char="-"/>
              <a:tabLst>
                <a:tab pos="469900" algn="l"/>
              </a:tabLst>
            </a:pPr>
            <a:r>
              <a:rPr sz="2800" spc="-20" dirty="0">
                <a:latin typeface="Calibri"/>
                <a:cs typeface="Calibri"/>
              </a:rPr>
              <a:t>CSS3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5"/>
              </a:spcBef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Java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script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70175" y="3552190"/>
            <a:ext cx="3629660" cy="1309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Calibri"/>
              <a:buChar char="-"/>
              <a:tabLst>
                <a:tab pos="469900" algn="l"/>
              </a:tabLst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Backend: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spcBef>
                <a:spcPts val="30"/>
              </a:spcBef>
              <a:buChar char="-"/>
              <a:tabLst>
                <a:tab pos="469900" algn="l"/>
              </a:tabLst>
            </a:pP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Node.js</a:t>
            </a:r>
            <a:r>
              <a:rPr sz="28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(v18+),</a:t>
            </a:r>
            <a:endParaRPr sz="2800">
              <a:latin typeface="Calibri"/>
              <a:cs typeface="Calibri"/>
            </a:endParaRPr>
          </a:p>
          <a:p>
            <a:pPr marL="551815" indent="-539115">
              <a:lnSpc>
                <a:spcPts val="3354"/>
              </a:lnSpc>
              <a:buChar char="-"/>
              <a:tabLst>
                <a:tab pos="551815" algn="l"/>
              </a:tabLst>
            </a:pP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Express.js</a:t>
            </a:r>
            <a:r>
              <a:rPr sz="2800" spc="-1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70175" y="5263134"/>
            <a:ext cx="2033905" cy="1304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ts val="3354"/>
              </a:lnSpc>
              <a:spcBef>
                <a:spcPts val="105"/>
              </a:spcBef>
              <a:buFont typeface="Calibri"/>
              <a:buChar char="-"/>
              <a:tabLst>
                <a:tab pos="469900" algn="l"/>
              </a:tabLst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Database: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0"/>
              </a:lnSpc>
              <a:buChar char="-"/>
              <a:tabLst>
                <a:tab pos="469900" algn="l"/>
              </a:tabLst>
            </a:pP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MySQL</a:t>
            </a:r>
            <a:r>
              <a:rPr sz="28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02020"/>
                </a:solidFill>
                <a:latin typeface="Calibri"/>
                <a:cs typeface="Calibri"/>
              </a:rPr>
              <a:t>8.0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buChar char="-"/>
              <a:tabLst>
                <a:tab pos="469900" algn="l"/>
              </a:tabLst>
            </a:pP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Node.js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70175" y="6968693"/>
            <a:ext cx="2132965" cy="13093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indent="-457200">
              <a:lnSpc>
                <a:spcPts val="3354"/>
              </a:lnSpc>
              <a:spcBef>
                <a:spcPts val="110"/>
              </a:spcBef>
              <a:buFont typeface="Calibri"/>
              <a:buChar char="-"/>
              <a:tabLst>
                <a:tab pos="469900" algn="l"/>
              </a:tabLst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Tools: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vs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5"/>
              </a:spcBef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intellij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IDEA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70175" y="8675319"/>
            <a:ext cx="4063365" cy="1308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Calibri"/>
              <a:buChar char="-"/>
              <a:tabLst>
                <a:tab pos="469900" algn="l"/>
              </a:tabLst>
            </a:pP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Software</a:t>
            </a:r>
            <a:r>
              <a:rPr sz="2800" b="1" spc="-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Requirements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spcBef>
                <a:spcPts val="25"/>
              </a:spcBef>
              <a:buChar char="-"/>
              <a:tabLst>
                <a:tab pos="469900" algn="l"/>
              </a:tabLst>
            </a:pPr>
            <a:r>
              <a:rPr sz="2800" spc="-10" dirty="0">
                <a:latin typeface="Calibri"/>
                <a:cs typeface="Calibri"/>
              </a:rPr>
              <a:t>windows/Mac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web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9327" y="6882460"/>
            <a:ext cx="24193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5293" y="3429126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5293" y="2094992"/>
            <a:ext cx="1028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5293" y="4096892"/>
            <a:ext cx="1701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5293" y="2760675"/>
            <a:ext cx="15430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5293" y="5432805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5293" y="4765039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5293" y="6100394"/>
            <a:ext cx="15367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5293" y="7876158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1028700"/>
            <a:ext cx="946785" cy="238125"/>
            <a:chOff x="16312895" y="1028700"/>
            <a:chExt cx="946785" cy="2381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1060703"/>
              <a:ext cx="731011" cy="7315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315181" y="1030986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2"/>
                  </a:lnTo>
                </a:path>
                <a:path w="942340" h="233680">
                  <a:moveTo>
                    <a:pt x="0" y="233172"/>
                  </a:moveTo>
                  <a:lnTo>
                    <a:pt x="941831" y="233172"/>
                  </a:lnTo>
                </a:path>
                <a:path w="942340" h="233680">
                  <a:moveTo>
                    <a:pt x="941831" y="233172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1988185">
              <a:lnSpc>
                <a:spcPct val="100000"/>
              </a:lnSpc>
              <a:spcBef>
                <a:spcPts val="135"/>
              </a:spcBef>
            </a:pPr>
            <a:r>
              <a:rPr sz="4750" dirty="0"/>
              <a:t>MODULE</a:t>
            </a:r>
            <a:r>
              <a:rPr sz="4750" spc="20" dirty="0"/>
              <a:t> </a:t>
            </a:r>
            <a:r>
              <a:rPr sz="4750" spc="-10" dirty="0"/>
              <a:t>DESCRIPTION</a:t>
            </a:r>
            <a:endParaRPr sz="4750"/>
          </a:p>
        </p:txBody>
      </p:sp>
      <p:sp>
        <p:nvSpPr>
          <p:cNvPr id="25" name="object 25"/>
          <p:cNvSpPr txBox="1"/>
          <p:nvPr/>
        </p:nvSpPr>
        <p:spPr>
          <a:xfrm>
            <a:off x="2167254" y="2074926"/>
            <a:ext cx="1031113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----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Example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reference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---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(Change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according</a:t>
            </a:r>
            <a:r>
              <a:rPr sz="2800" b="1" spc="-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your</a:t>
            </a:r>
            <a:r>
              <a:rPr sz="2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project)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67254" y="2929838"/>
            <a:ext cx="14229080" cy="1304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1: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User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350"/>
              </a:lnSpc>
              <a:spcBef>
                <a:spcPts val="105"/>
              </a:spcBef>
            </a:pP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full</a:t>
            </a:r>
            <a:r>
              <a:rPr sz="28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lifecycle: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02020"/>
                </a:solidFill>
                <a:latin typeface="Calibri"/>
                <a:cs typeface="Calibri"/>
              </a:rPr>
              <a:t>registration</a:t>
            </a:r>
            <a:r>
              <a:rPr sz="2800" spc="-9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form</a:t>
            </a:r>
            <a:r>
              <a:rPr sz="28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(name,</a:t>
            </a:r>
            <a:r>
              <a:rPr sz="28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email,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28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ID,</a:t>
            </a:r>
            <a:r>
              <a:rPr sz="28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dept,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phone),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bcrypt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password</a:t>
            </a:r>
            <a:r>
              <a:rPr sz="2800" spc="-114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hashing,</a:t>
            </a:r>
            <a:r>
              <a:rPr sz="2800" spc="-9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session-based</a:t>
            </a:r>
            <a:r>
              <a:rPr sz="2800" spc="-1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login/logout,</a:t>
            </a:r>
            <a:r>
              <a:rPr sz="2800" spc="-9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account</a:t>
            </a:r>
            <a:r>
              <a:rPr sz="28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validation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duplicate</a:t>
            </a:r>
            <a:r>
              <a:rPr sz="28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email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checks.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67254" y="4636389"/>
            <a:ext cx="14773910" cy="1308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0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2: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Event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390"/>
              </a:lnSpc>
              <a:spcBef>
                <a:spcPts val="65"/>
              </a:spcBef>
            </a:pP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Admins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28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events</a:t>
            </a:r>
            <a:r>
              <a:rPr sz="2800" spc="-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title,</a:t>
            </a:r>
            <a:r>
              <a:rPr sz="2800" spc="-9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description,</a:t>
            </a:r>
            <a:r>
              <a:rPr sz="2800" spc="-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date,</a:t>
            </a:r>
            <a:r>
              <a:rPr sz="28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location,</a:t>
            </a:r>
            <a:r>
              <a:rPr sz="28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202020"/>
                </a:solidFill>
                <a:latin typeface="Calibri"/>
                <a:cs typeface="Calibri"/>
              </a:rPr>
              <a:t>category,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 max</a:t>
            </a:r>
            <a:r>
              <a:rPr sz="28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seats,</a:t>
            </a:r>
            <a:r>
              <a:rPr sz="2800" spc="-9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28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image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(URL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28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02020"/>
                </a:solidFill>
                <a:latin typeface="Calibri"/>
                <a:cs typeface="Calibri"/>
              </a:rPr>
              <a:t>file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upload).</a:t>
            </a:r>
            <a:r>
              <a:rPr sz="28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Students</a:t>
            </a:r>
            <a:r>
              <a:rPr sz="28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browse</a:t>
            </a:r>
            <a:r>
              <a:rPr sz="2800" spc="-10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events</a:t>
            </a:r>
            <a:r>
              <a:rPr sz="2800" spc="-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live</a:t>
            </a:r>
            <a:r>
              <a:rPr sz="28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category</a:t>
            </a:r>
            <a:r>
              <a:rPr sz="28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filters</a:t>
            </a:r>
            <a:r>
              <a:rPr sz="2800" spc="-9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28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real-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time</a:t>
            </a:r>
            <a:r>
              <a:rPr sz="2800" spc="-10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seat</a:t>
            </a:r>
            <a:r>
              <a:rPr sz="28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availability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67254" y="6342075"/>
            <a:ext cx="14270355" cy="13093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3: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Registration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Engine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350"/>
              </a:lnSpc>
              <a:spcBef>
                <a:spcPts val="135"/>
              </a:spcBef>
            </a:pP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2800" spc="-9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event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registration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logic:</a:t>
            </a:r>
            <a:r>
              <a:rPr sz="2800" spc="-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duplicate</a:t>
            </a:r>
            <a:r>
              <a:rPr sz="28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prevention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(UNIQUE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constraint</a:t>
            </a:r>
            <a:r>
              <a:rPr sz="28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28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email+event_id),</a:t>
            </a:r>
            <a:r>
              <a:rPr sz="2800" spc="-1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02020"/>
                </a:solidFill>
                <a:latin typeface="Calibri"/>
                <a:cs typeface="Calibri"/>
              </a:rPr>
              <a:t>seat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capacity</a:t>
            </a:r>
            <a:r>
              <a:rPr sz="28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enforcement,</a:t>
            </a:r>
            <a:r>
              <a:rPr sz="2800" spc="-9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dashboard</a:t>
            </a:r>
            <a:r>
              <a:rPr sz="28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28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registered</a:t>
            </a:r>
            <a:r>
              <a:rPr sz="2800" spc="-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events,</a:t>
            </a:r>
            <a:r>
              <a:rPr sz="2800" spc="-9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28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one-click</a:t>
            </a:r>
            <a:r>
              <a:rPr sz="2800" spc="-9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cancellation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67254" y="8053196"/>
            <a:ext cx="14802485" cy="1304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0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4: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Admin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Control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Panel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350"/>
              </a:lnSpc>
              <a:spcBef>
                <a:spcPts val="110"/>
              </a:spcBef>
            </a:pP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Secured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admin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portal</a:t>
            </a:r>
            <a:r>
              <a:rPr sz="28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separate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login,</a:t>
            </a:r>
            <a:r>
              <a:rPr sz="2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live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dashboard</a:t>
            </a:r>
            <a:r>
              <a:rPr sz="28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stats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(total</a:t>
            </a:r>
            <a:r>
              <a:rPr sz="28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02020"/>
                </a:solidFill>
                <a:latin typeface="Calibri"/>
                <a:cs typeface="Calibri"/>
              </a:rPr>
              <a:t>events/users/registrations),</a:t>
            </a:r>
            <a:r>
              <a:rPr sz="2800" spc="-1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02020"/>
                </a:solidFill>
                <a:latin typeface="Calibri"/>
                <a:cs typeface="Calibri"/>
              </a:rPr>
              <a:t>event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CRUD</a:t>
            </a:r>
            <a:r>
              <a:rPr sz="2800" spc="-8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operations,</a:t>
            </a:r>
            <a:r>
              <a:rPr sz="28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full</a:t>
            </a:r>
            <a:r>
              <a:rPr sz="2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registrations</a:t>
            </a:r>
            <a:r>
              <a:rPr sz="2800" spc="-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table,</a:t>
            </a:r>
            <a:r>
              <a:rPr sz="28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2800" spc="-8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202020"/>
                </a:solidFill>
                <a:latin typeface="Calibri"/>
                <a:cs typeface="Calibri"/>
              </a:rPr>
              <a:t>roster,</a:t>
            </a:r>
            <a:r>
              <a:rPr sz="28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28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individual</a:t>
            </a:r>
            <a:r>
              <a:rPr sz="2800" spc="-10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cs typeface="Calibri"/>
              </a:rPr>
              <a:t>record</a:t>
            </a:r>
            <a:r>
              <a:rPr sz="28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Calibri"/>
                <a:cs typeface="Calibri"/>
              </a:rPr>
              <a:t>deletion.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6312895" y="1028700"/>
            <a:ext cx="946785" cy="238125"/>
            <a:chOff x="16312895" y="1028700"/>
            <a:chExt cx="946785" cy="2381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1060703"/>
              <a:ext cx="731011" cy="731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315181" y="1030986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2"/>
                  </a:lnTo>
                </a:path>
                <a:path w="942340" h="233680">
                  <a:moveTo>
                    <a:pt x="0" y="233172"/>
                  </a:moveTo>
                  <a:lnTo>
                    <a:pt x="941831" y="233172"/>
                  </a:lnTo>
                </a:path>
                <a:path w="942340" h="233680">
                  <a:moveTo>
                    <a:pt x="941831" y="233172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sz="4750" spc="-30" dirty="0"/>
              <a:t>IMPLEMENTATION</a:t>
            </a:r>
            <a:r>
              <a:rPr sz="4750" spc="-220" dirty="0"/>
              <a:t> </a:t>
            </a:r>
            <a:r>
              <a:rPr sz="4750" spc="-10" dirty="0"/>
              <a:t>SCREENSHOTS</a:t>
            </a:r>
            <a:endParaRPr sz="4750"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2171700"/>
            <a:ext cx="14516100" cy="7315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1583" y="1680086"/>
            <a:ext cx="3709035" cy="64795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576705">
              <a:lnSpc>
                <a:spcPct val="100000"/>
              </a:lnSpc>
              <a:spcBef>
                <a:spcPts val="330"/>
              </a:spcBef>
            </a:pPr>
            <a:r>
              <a:rPr sz="2400" dirty="0">
                <a:solidFill>
                  <a:srgbClr val="006FC0"/>
                </a:solidFill>
                <a:latin typeface="Arial Black"/>
                <a:cs typeface="Arial Black"/>
              </a:rPr>
              <a:t>HOME</a:t>
            </a:r>
            <a:r>
              <a:rPr sz="2400" spc="-65" dirty="0">
                <a:solidFill>
                  <a:srgbClr val="006FC0"/>
                </a:solidFill>
                <a:latin typeface="Arial Black"/>
                <a:cs typeface="Arial Black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Arial Black"/>
                <a:cs typeface="Arial Black"/>
              </a:rPr>
              <a:t>PAGE:</a:t>
            </a:r>
            <a:endParaRPr sz="2400">
              <a:latin typeface="Arial Black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145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5"/>
              </a:spcBef>
            </a:pPr>
            <a:endParaRPr sz="24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7011" y="2094992"/>
            <a:ext cx="706755" cy="6064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9370" algn="ctr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698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685" algn="ctr">
              <a:lnSpc>
                <a:spcPct val="100000"/>
              </a:lnSpc>
              <a:spcBef>
                <a:spcPts val="5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6985" algn="ctr">
              <a:lnSpc>
                <a:spcPct val="100000"/>
              </a:lnSpc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400">
              <a:latin typeface="Tahoma"/>
              <a:cs typeface="Tahoma"/>
            </a:endParaRPr>
          </a:p>
          <a:p>
            <a:pPr marL="13970" algn="ctr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312895" y="1028700"/>
            <a:ext cx="946785" cy="238125"/>
            <a:chOff x="16312895" y="1028700"/>
            <a:chExt cx="946785" cy="2381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1060703"/>
              <a:ext cx="731011" cy="731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315181" y="1030986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2"/>
                  </a:lnTo>
                </a:path>
                <a:path w="942340" h="233680">
                  <a:moveTo>
                    <a:pt x="0" y="233172"/>
                  </a:moveTo>
                  <a:lnTo>
                    <a:pt x="941831" y="233172"/>
                  </a:lnTo>
                </a:path>
                <a:path w="942340" h="233680">
                  <a:moveTo>
                    <a:pt x="941831" y="233172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sz="4750" spc="-30" dirty="0"/>
              <a:t>IMPLEMENTATION</a:t>
            </a:r>
            <a:r>
              <a:rPr sz="4750" spc="-220" dirty="0"/>
              <a:t> </a:t>
            </a:r>
            <a:r>
              <a:rPr sz="4750" spc="-10" dirty="0"/>
              <a:t>SCREENSHOTS</a:t>
            </a:r>
            <a:endParaRPr sz="4750"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6523" y="2093976"/>
            <a:ext cx="14561819" cy="740664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593975" y="1420749"/>
            <a:ext cx="431292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solidFill>
                  <a:srgbClr val="006FC0"/>
                </a:solidFill>
                <a:latin typeface="Arial Black"/>
                <a:cs typeface="Arial Black"/>
              </a:rPr>
              <a:t>REGISTRATION</a:t>
            </a:r>
            <a:r>
              <a:rPr sz="2800" spc="-170" dirty="0">
                <a:solidFill>
                  <a:srgbClr val="006FC0"/>
                </a:solidFill>
                <a:latin typeface="Arial Black"/>
                <a:cs typeface="Arial Black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Arial Black"/>
                <a:cs typeface="Arial Black"/>
              </a:rPr>
              <a:t>PAGE: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6091" y="2249423"/>
            <a:ext cx="15504160" cy="7283450"/>
            <a:chOff x="736091" y="2249423"/>
            <a:chExt cx="15504160" cy="7283450"/>
          </a:xfrm>
        </p:grpSpPr>
        <p:sp>
          <p:nvSpPr>
            <p:cNvPr id="3" name="object 3"/>
            <p:cNvSpPr/>
            <p:nvPr/>
          </p:nvSpPr>
          <p:spPr>
            <a:xfrm>
              <a:off x="736091" y="6652259"/>
              <a:ext cx="992505" cy="992505"/>
            </a:xfrm>
            <a:custGeom>
              <a:avLst/>
              <a:gdLst/>
              <a:ahLst/>
              <a:cxnLst/>
              <a:rect l="l" t="t" r="r" b="b"/>
              <a:pathLst>
                <a:path w="992505" h="992504">
                  <a:moveTo>
                    <a:pt x="496061" y="0"/>
                  </a:moveTo>
                  <a:lnTo>
                    <a:pt x="448288" y="2271"/>
                  </a:lnTo>
                  <a:lnTo>
                    <a:pt x="401799" y="8945"/>
                  </a:lnTo>
                  <a:lnTo>
                    <a:pt x="356803" y="19816"/>
                  </a:lnTo>
                  <a:lnTo>
                    <a:pt x="313507" y="34673"/>
                  </a:lnTo>
                  <a:lnTo>
                    <a:pt x="272120" y="53311"/>
                  </a:lnTo>
                  <a:lnTo>
                    <a:pt x="232848" y="75520"/>
                  </a:lnTo>
                  <a:lnTo>
                    <a:pt x="195902" y="101093"/>
                  </a:lnTo>
                  <a:lnTo>
                    <a:pt x="161487" y="129821"/>
                  </a:lnTo>
                  <a:lnTo>
                    <a:pt x="129812" y="161497"/>
                  </a:lnTo>
                  <a:lnTo>
                    <a:pt x="101085" y="195912"/>
                  </a:lnTo>
                  <a:lnTo>
                    <a:pt x="75514" y="232860"/>
                  </a:lnTo>
                  <a:lnTo>
                    <a:pt x="53306" y="272131"/>
                  </a:lnTo>
                  <a:lnTo>
                    <a:pt x="34670" y="313517"/>
                  </a:lnTo>
                  <a:lnTo>
                    <a:pt x="19814" y="356812"/>
                  </a:lnTo>
                  <a:lnTo>
                    <a:pt x="8944" y="401806"/>
                  </a:lnTo>
                  <a:lnTo>
                    <a:pt x="2270" y="448292"/>
                  </a:lnTo>
                  <a:lnTo>
                    <a:pt x="0" y="496062"/>
                  </a:lnTo>
                  <a:lnTo>
                    <a:pt x="2270" y="543831"/>
                  </a:lnTo>
                  <a:lnTo>
                    <a:pt x="8944" y="590317"/>
                  </a:lnTo>
                  <a:lnTo>
                    <a:pt x="19814" y="635311"/>
                  </a:lnTo>
                  <a:lnTo>
                    <a:pt x="34670" y="678606"/>
                  </a:lnTo>
                  <a:lnTo>
                    <a:pt x="53306" y="719992"/>
                  </a:lnTo>
                  <a:lnTo>
                    <a:pt x="75514" y="759263"/>
                  </a:lnTo>
                  <a:lnTo>
                    <a:pt x="101085" y="796211"/>
                  </a:lnTo>
                  <a:lnTo>
                    <a:pt x="129812" y="830626"/>
                  </a:lnTo>
                  <a:lnTo>
                    <a:pt x="161487" y="862302"/>
                  </a:lnTo>
                  <a:lnTo>
                    <a:pt x="195902" y="891030"/>
                  </a:lnTo>
                  <a:lnTo>
                    <a:pt x="232848" y="916603"/>
                  </a:lnTo>
                  <a:lnTo>
                    <a:pt x="272120" y="938812"/>
                  </a:lnTo>
                  <a:lnTo>
                    <a:pt x="313507" y="957450"/>
                  </a:lnTo>
                  <a:lnTo>
                    <a:pt x="356803" y="972307"/>
                  </a:lnTo>
                  <a:lnTo>
                    <a:pt x="401799" y="983178"/>
                  </a:lnTo>
                  <a:lnTo>
                    <a:pt x="448288" y="989852"/>
                  </a:lnTo>
                  <a:lnTo>
                    <a:pt x="496061" y="992124"/>
                  </a:lnTo>
                  <a:lnTo>
                    <a:pt x="543831" y="989852"/>
                  </a:lnTo>
                  <a:lnTo>
                    <a:pt x="590317" y="983178"/>
                  </a:lnTo>
                  <a:lnTo>
                    <a:pt x="635311" y="972307"/>
                  </a:lnTo>
                  <a:lnTo>
                    <a:pt x="678606" y="957450"/>
                  </a:lnTo>
                  <a:lnTo>
                    <a:pt x="719992" y="938812"/>
                  </a:lnTo>
                  <a:lnTo>
                    <a:pt x="759263" y="916603"/>
                  </a:lnTo>
                  <a:lnTo>
                    <a:pt x="796211" y="891030"/>
                  </a:lnTo>
                  <a:lnTo>
                    <a:pt x="830626" y="862302"/>
                  </a:lnTo>
                  <a:lnTo>
                    <a:pt x="862302" y="830626"/>
                  </a:lnTo>
                  <a:lnTo>
                    <a:pt x="891030" y="796211"/>
                  </a:lnTo>
                  <a:lnTo>
                    <a:pt x="916603" y="759263"/>
                  </a:lnTo>
                  <a:lnTo>
                    <a:pt x="938812" y="719992"/>
                  </a:lnTo>
                  <a:lnTo>
                    <a:pt x="957450" y="678606"/>
                  </a:lnTo>
                  <a:lnTo>
                    <a:pt x="972307" y="635311"/>
                  </a:lnTo>
                  <a:lnTo>
                    <a:pt x="983178" y="590317"/>
                  </a:lnTo>
                  <a:lnTo>
                    <a:pt x="989852" y="543831"/>
                  </a:lnTo>
                  <a:lnTo>
                    <a:pt x="992124" y="496062"/>
                  </a:lnTo>
                  <a:lnTo>
                    <a:pt x="989852" y="448292"/>
                  </a:lnTo>
                  <a:lnTo>
                    <a:pt x="983178" y="401806"/>
                  </a:lnTo>
                  <a:lnTo>
                    <a:pt x="972307" y="356812"/>
                  </a:lnTo>
                  <a:lnTo>
                    <a:pt x="957450" y="313517"/>
                  </a:lnTo>
                  <a:lnTo>
                    <a:pt x="938812" y="272131"/>
                  </a:lnTo>
                  <a:lnTo>
                    <a:pt x="916603" y="232860"/>
                  </a:lnTo>
                  <a:lnTo>
                    <a:pt x="891030" y="195912"/>
                  </a:lnTo>
                  <a:lnTo>
                    <a:pt x="862302" y="161497"/>
                  </a:lnTo>
                  <a:lnTo>
                    <a:pt x="830626" y="129821"/>
                  </a:lnTo>
                  <a:lnTo>
                    <a:pt x="796211" y="101093"/>
                  </a:lnTo>
                  <a:lnTo>
                    <a:pt x="759263" y="75520"/>
                  </a:lnTo>
                  <a:lnTo>
                    <a:pt x="719992" y="53311"/>
                  </a:lnTo>
                  <a:lnTo>
                    <a:pt x="678606" y="34673"/>
                  </a:lnTo>
                  <a:lnTo>
                    <a:pt x="635311" y="19816"/>
                  </a:lnTo>
                  <a:lnTo>
                    <a:pt x="590317" y="8945"/>
                  </a:lnTo>
                  <a:lnTo>
                    <a:pt x="543831" y="2271"/>
                  </a:lnTo>
                  <a:lnTo>
                    <a:pt x="496061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1075" y="2249423"/>
              <a:ext cx="14488667" cy="7283196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8471" y="1371737"/>
            <a:ext cx="3293110" cy="6788150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1096645">
              <a:lnSpc>
                <a:spcPct val="100000"/>
              </a:lnSpc>
              <a:spcBef>
                <a:spcPts val="1755"/>
              </a:spcBef>
            </a:pPr>
            <a:r>
              <a:rPr sz="2400" dirty="0">
                <a:solidFill>
                  <a:srgbClr val="006FC0"/>
                </a:solidFill>
                <a:latin typeface="Arial Black"/>
                <a:cs typeface="Arial Black"/>
              </a:rPr>
              <a:t>LOGIN</a:t>
            </a:r>
            <a:r>
              <a:rPr sz="2400" spc="-95" dirty="0">
                <a:solidFill>
                  <a:srgbClr val="006FC0"/>
                </a:solidFill>
                <a:latin typeface="Arial Black"/>
                <a:cs typeface="Arial Black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Arial Black"/>
                <a:cs typeface="Arial Black"/>
              </a:rPr>
              <a:t>PAGE:</a:t>
            </a:r>
            <a:endParaRPr sz="2400">
              <a:latin typeface="Arial Black"/>
              <a:cs typeface="Arial Black"/>
            </a:endParaRPr>
          </a:p>
          <a:p>
            <a:pPr marL="39370">
              <a:lnSpc>
                <a:spcPct val="100000"/>
              </a:lnSpc>
              <a:spcBef>
                <a:spcPts val="115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  <a:spcBef>
                <a:spcPts val="5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4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312895" y="1028700"/>
            <a:ext cx="946785" cy="238125"/>
            <a:chOff x="16312895" y="1028700"/>
            <a:chExt cx="946785" cy="23812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44899" y="1060703"/>
              <a:ext cx="731011" cy="731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315181" y="1030986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2"/>
                  </a:lnTo>
                </a:path>
                <a:path w="942340" h="233680">
                  <a:moveTo>
                    <a:pt x="0" y="233172"/>
                  </a:moveTo>
                  <a:lnTo>
                    <a:pt x="941831" y="233172"/>
                  </a:lnTo>
                </a:path>
                <a:path w="942340" h="233680">
                  <a:moveTo>
                    <a:pt x="941831" y="233172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sz="4750" spc="-30" dirty="0"/>
              <a:t>IMPLEMENTATION</a:t>
            </a:r>
            <a:r>
              <a:rPr sz="4750" spc="-220" dirty="0"/>
              <a:t> </a:t>
            </a:r>
            <a:r>
              <a:rPr sz="4750" spc="-10" dirty="0"/>
              <a:t>SCREENSHOTS</a:t>
            </a:r>
            <a:endParaRPr sz="47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7562" y="2094992"/>
            <a:ext cx="721360" cy="6064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8890"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4130" algn="ctr">
              <a:lnSpc>
                <a:spcPct val="100000"/>
              </a:lnSpc>
              <a:spcBef>
                <a:spcPts val="5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0"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825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400">
              <a:latin typeface="Tahoma"/>
              <a:cs typeface="Tahoma"/>
            </a:endParaRPr>
          </a:p>
          <a:p>
            <a:pPr marL="19050" algn="ctr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312895" y="1028700"/>
            <a:ext cx="946785" cy="238125"/>
            <a:chOff x="16312895" y="1028700"/>
            <a:chExt cx="946785" cy="2381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1060703"/>
              <a:ext cx="731011" cy="731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315181" y="1030986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2"/>
                  </a:lnTo>
                </a:path>
                <a:path w="942340" h="233680">
                  <a:moveTo>
                    <a:pt x="0" y="233172"/>
                  </a:moveTo>
                  <a:lnTo>
                    <a:pt x="941831" y="233172"/>
                  </a:lnTo>
                </a:path>
                <a:path w="942340" h="233680">
                  <a:moveTo>
                    <a:pt x="941831" y="233172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5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sz="4750" spc="-30" dirty="0"/>
              <a:t>IMPLEMENTATION</a:t>
            </a:r>
            <a:r>
              <a:rPr sz="4750" spc="-220" dirty="0"/>
              <a:t> </a:t>
            </a:r>
            <a:r>
              <a:rPr sz="4750" spc="-10" dirty="0"/>
              <a:t>SCREENSHOTS</a:t>
            </a:r>
            <a:endParaRPr sz="4750"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216" y="2473451"/>
            <a:ext cx="14607540" cy="73929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212975" y="1649044"/>
            <a:ext cx="29787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006FC0"/>
                </a:solidFill>
                <a:latin typeface="Arial Black"/>
                <a:cs typeface="Arial Black"/>
              </a:rPr>
              <a:t>OUTPUT</a:t>
            </a:r>
            <a:r>
              <a:rPr sz="2800" spc="-25" dirty="0">
                <a:solidFill>
                  <a:srgbClr val="006FC0"/>
                </a:solidFill>
                <a:latin typeface="Arial Black"/>
                <a:cs typeface="Arial Black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Arial Black"/>
                <a:cs typeface="Arial Black"/>
              </a:rPr>
              <a:t>PAGE: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1977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9327" y="7550911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5293" y="3429126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5293" y="2094992"/>
            <a:ext cx="1028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5293" y="3776179"/>
            <a:ext cx="6002020" cy="8178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650364" indent="-342900">
              <a:lnSpc>
                <a:spcPct val="100000"/>
              </a:lnSpc>
              <a:spcBef>
                <a:spcPts val="285"/>
              </a:spcBef>
              <a:buAutoNum type="arabicPeriod" startAt="3"/>
              <a:tabLst>
                <a:tab pos="1650364" algn="l"/>
              </a:tabLst>
            </a:pPr>
            <a:r>
              <a:rPr sz="1800" spc="-10" dirty="0">
                <a:latin typeface="Calibri"/>
                <a:cs typeface="Calibri"/>
              </a:rPr>
              <a:t>Centralized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campus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events.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800"/>
              </a:lnSpc>
              <a:spcBef>
                <a:spcPts val="170"/>
              </a:spcBef>
            </a:pPr>
            <a:r>
              <a:rPr sz="1700" spc="15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 marL="1650364" indent="-342900">
              <a:lnSpc>
                <a:spcPts val="1920"/>
              </a:lnSpc>
              <a:buAutoNum type="arabicPeriod" startAt="4"/>
              <a:tabLst>
                <a:tab pos="1650364" algn="l"/>
              </a:tabLst>
            </a:pP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students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admin.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5293" y="2760675"/>
            <a:ext cx="15430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5293" y="5432805"/>
            <a:ext cx="164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5293" y="4765039"/>
            <a:ext cx="157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8408" y="66522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6312895" y="1028700"/>
            <a:ext cx="2284095" cy="8196580"/>
            <a:chOff x="16312895" y="1028700"/>
            <a:chExt cx="2284095" cy="819658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4899" y="1060703"/>
              <a:ext cx="64007" cy="731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443959" y="1071753"/>
              <a:ext cx="632460" cy="44450"/>
            </a:xfrm>
            <a:custGeom>
              <a:avLst/>
              <a:gdLst/>
              <a:ahLst/>
              <a:cxnLst/>
              <a:rect l="l" t="t" r="r" b="b"/>
              <a:pathLst>
                <a:path w="632459" h="44450">
                  <a:moveTo>
                    <a:pt x="15494" y="5333"/>
                  </a:moveTo>
                  <a:lnTo>
                    <a:pt x="11176" y="5333"/>
                  </a:lnTo>
                  <a:lnTo>
                    <a:pt x="11176" y="34671"/>
                  </a:lnTo>
                  <a:lnTo>
                    <a:pt x="15494" y="34671"/>
                  </a:lnTo>
                  <a:lnTo>
                    <a:pt x="15494" y="5333"/>
                  </a:lnTo>
                  <a:close/>
                </a:path>
                <a:path w="632459" h="44450">
                  <a:moveTo>
                    <a:pt x="26670" y="1397"/>
                  </a:moveTo>
                  <a:lnTo>
                    <a:pt x="0" y="1397"/>
                  </a:lnTo>
                  <a:lnTo>
                    <a:pt x="0" y="5333"/>
                  </a:lnTo>
                  <a:lnTo>
                    <a:pt x="26670" y="5333"/>
                  </a:lnTo>
                  <a:lnTo>
                    <a:pt x="26670" y="1397"/>
                  </a:lnTo>
                  <a:close/>
                </a:path>
                <a:path w="632459" h="44450">
                  <a:moveTo>
                    <a:pt x="34671" y="0"/>
                  </a:moveTo>
                  <a:lnTo>
                    <a:pt x="30480" y="0"/>
                  </a:lnTo>
                  <a:lnTo>
                    <a:pt x="30480" y="34671"/>
                  </a:lnTo>
                  <a:lnTo>
                    <a:pt x="34671" y="34671"/>
                  </a:lnTo>
                  <a:lnTo>
                    <a:pt x="34671" y="16255"/>
                  </a:lnTo>
                  <a:lnTo>
                    <a:pt x="34504" y="16255"/>
                  </a:lnTo>
                  <a:lnTo>
                    <a:pt x="36830" y="14477"/>
                  </a:lnTo>
                  <a:lnTo>
                    <a:pt x="37973" y="13843"/>
                  </a:lnTo>
                  <a:lnTo>
                    <a:pt x="39401" y="13207"/>
                  </a:lnTo>
                  <a:lnTo>
                    <a:pt x="49510" y="13207"/>
                  </a:lnTo>
                  <a:lnTo>
                    <a:pt x="48973" y="12573"/>
                  </a:lnTo>
                  <a:lnTo>
                    <a:pt x="34671" y="12573"/>
                  </a:lnTo>
                  <a:lnTo>
                    <a:pt x="34671" y="0"/>
                  </a:lnTo>
                  <a:close/>
                </a:path>
                <a:path w="632459" h="44450">
                  <a:moveTo>
                    <a:pt x="49523" y="13462"/>
                  </a:moveTo>
                  <a:lnTo>
                    <a:pt x="43688" y="13462"/>
                  </a:lnTo>
                  <a:lnTo>
                    <a:pt x="44323" y="13843"/>
                  </a:lnTo>
                  <a:lnTo>
                    <a:pt x="44894" y="14477"/>
                  </a:lnTo>
                  <a:lnTo>
                    <a:pt x="45084" y="14858"/>
                  </a:lnTo>
                  <a:lnTo>
                    <a:pt x="45466" y="15494"/>
                  </a:lnTo>
                  <a:lnTo>
                    <a:pt x="45720" y="16255"/>
                  </a:lnTo>
                  <a:lnTo>
                    <a:pt x="45847" y="18288"/>
                  </a:lnTo>
                  <a:lnTo>
                    <a:pt x="45974" y="34671"/>
                  </a:lnTo>
                  <a:lnTo>
                    <a:pt x="50165" y="34671"/>
                  </a:lnTo>
                  <a:lnTo>
                    <a:pt x="50165" y="15494"/>
                  </a:lnTo>
                  <a:lnTo>
                    <a:pt x="49643" y="13843"/>
                  </a:lnTo>
                  <a:lnTo>
                    <a:pt x="49523" y="13462"/>
                  </a:lnTo>
                  <a:close/>
                </a:path>
                <a:path w="632459" h="44450">
                  <a:moveTo>
                    <a:pt x="43053" y="13207"/>
                  </a:moveTo>
                  <a:lnTo>
                    <a:pt x="39624" y="13207"/>
                  </a:lnTo>
                  <a:lnTo>
                    <a:pt x="38608" y="13462"/>
                  </a:lnTo>
                  <a:lnTo>
                    <a:pt x="43688" y="13462"/>
                  </a:lnTo>
                  <a:lnTo>
                    <a:pt x="43053" y="13207"/>
                  </a:lnTo>
                  <a:close/>
                </a:path>
                <a:path w="632459" h="44450">
                  <a:moveTo>
                    <a:pt x="44703" y="9017"/>
                  </a:moveTo>
                  <a:lnTo>
                    <a:pt x="40894" y="9017"/>
                  </a:lnTo>
                  <a:lnTo>
                    <a:pt x="39624" y="9398"/>
                  </a:lnTo>
                  <a:lnTo>
                    <a:pt x="38480" y="9905"/>
                  </a:lnTo>
                  <a:lnTo>
                    <a:pt x="37211" y="10541"/>
                  </a:lnTo>
                  <a:lnTo>
                    <a:pt x="35941" y="11429"/>
                  </a:lnTo>
                  <a:lnTo>
                    <a:pt x="34671" y="12573"/>
                  </a:lnTo>
                  <a:lnTo>
                    <a:pt x="48973" y="12573"/>
                  </a:lnTo>
                  <a:lnTo>
                    <a:pt x="48005" y="11429"/>
                  </a:lnTo>
                  <a:lnTo>
                    <a:pt x="46609" y="9905"/>
                  </a:lnTo>
                  <a:lnTo>
                    <a:pt x="44703" y="9017"/>
                  </a:lnTo>
                  <a:close/>
                </a:path>
                <a:path w="632459" h="44450">
                  <a:moveTo>
                    <a:pt x="68199" y="9017"/>
                  </a:moveTo>
                  <a:lnTo>
                    <a:pt x="63119" y="9017"/>
                  </a:lnTo>
                  <a:lnTo>
                    <a:pt x="60325" y="10287"/>
                  </a:lnTo>
                  <a:lnTo>
                    <a:pt x="57952" y="13080"/>
                  </a:lnTo>
                  <a:lnTo>
                    <a:pt x="56134" y="15113"/>
                  </a:lnTo>
                  <a:lnTo>
                    <a:pt x="55402" y="17399"/>
                  </a:lnTo>
                  <a:lnTo>
                    <a:pt x="55118" y="18415"/>
                  </a:lnTo>
                  <a:lnTo>
                    <a:pt x="55118" y="26543"/>
                  </a:lnTo>
                  <a:lnTo>
                    <a:pt x="56052" y="29464"/>
                  </a:lnTo>
                  <a:lnTo>
                    <a:pt x="56268" y="29845"/>
                  </a:lnTo>
                  <a:lnTo>
                    <a:pt x="58420" y="31876"/>
                  </a:lnTo>
                  <a:lnTo>
                    <a:pt x="60578" y="34163"/>
                  </a:lnTo>
                  <a:lnTo>
                    <a:pt x="63626" y="35305"/>
                  </a:lnTo>
                  <a:lnTo>
                    <a:pt x="68452" y="35305"/>
                  </a:lnTo>
                  <a:lnTo>
                    <a:pt x="73787" y="34417"/>
                  </a:lnTo>
                  <a:lnTo>
                    <a:pt x="72898" y="34417"/>
                  </a:lnTo>
                  <a:lnTo>
                    <a:pt x="73532" y="34163"/>
                  </a:lnTo>
                  <a:lnTo>
                    <a:pt x="75057" y="33654"/>
                  </a:lnTo>
                  <a:lnTo>
                    <a:pt x="75692" y="33400"/>
                  </a:lnTo>
                  <a:lnTo>
                    <a:pt x="76200" y="33147"/>
                  </a:lnTo>
                  <a:lnTo>
                    <a:pt x="76200" y="31623"/>
                  </a:lnTo>
                  <a:lnTo>
                    <a:pt x="65024" y="31623"/>
                  </a:lnTo>
                  <a:lnTo>
                    <a:pt x="62992" y="30861"/>
                  </a:lnTo>
                  <a:lnTo>
                    <a:pt x="61595" y="29464"/>
                  </a:lnTo>
                  <a:lnTo>
                    <a:pt x="60071" y="27813"/>
                  </a:lnTo>
                  <a:lnTo>
                    <a:pt x="59309" y="25526"/>
                  </a:lnTo>
                  <a:lnTo>
                    <a:pt x="59309" y="22605"/>
                  </a:lnTo>
                  <a:lnTo>
                    <a:pt x="76580" y="22605"/>
                  </a:lnTo>
                  <a:lnTo>
                    <a:pt x="76580" y="19430"/>
                  </a:lnTo>
                  <a:lnTo>
                    <a:pt x="59309" y="19430"/>
                  </a:lnTo>
                  <a:lnTo>
                    <a:pt x="59436" y="18415"/>
                  </a:lnTo>
                  <a:lnTo>
                    <a:pt x="63500" y="13080"/>
                  </a:lnTo>
                  <a:lnTo>
                    <a:pt x="74898" y="13080"/>
                  </a:lnTo>
                  <a:lnTo>
                    <a:pt x="73786" y="11811"/>
                  </a:lnTo>
                  <a:lnTo>
                    <a:pt x="72898" y="10922"/>
                  </a:lnTo>
                  <a:lnTo>
                    <a:pt x="72051" y="10287"/>
                  </a:lnTo>
                  <a:lnTo>
                    <a:pt x="72263" y="10287"/>
                  </a:lnTo>
                  <a:lnTo>
                    <a:pt x="70738" y="9778"/>
                  </a:lnTo>
                  <a:lnTo>
                    <a:pt x="69469" y="9271"/>
                  </a:lnTo>
                  <a:lnTo>
                    <a:pt x="68199" y="9017"/>
                  </a:lnTo>
                  <a:close/>
                </a:path>
                <a:path w="632459" h="44450">
                  <a:moveTo>
                    <a:pt x="76200" y="28575"/>
                  </a:moveTo>
                  <a:lnTo>
                    <a:pt x="75946" y="28575"/>
                  </a:lnTo>
                  <a:lnTo>
                    <a:pt x="75565" y="28828"/>
                  </a:lnTo>
                  <a:lnTo>
                    <a:pt x="74930" y="29464"/>
                  </a:lnTo>
                  <a:lnTo>
                    <a:pt x="74549" y="29464"/>
                  </a:lnTo>
                  <a:lnTo>
                    <a:pt x="74041" y="29845"/>
                  </a:lnTo>
                  <a:lnTo>
                    <a:pt x="73405" y="30099"/>
                  </a:lnTo>
                  <a:lnTo>
                    <a:pt x="72644" y="30479"/>
                  </a:lnTo>
                  <a:lnTo>
                    <a:pt x="72009" y="30861"/>
                  </a:lnTo>
                  <a:lnTo>
                    <a:pt x="70675" y="31242"/>
                  </a:lnTo>
                  <a:lnTo>
                    <a:pt x="70230" y="31242"/>
                  </a:lnTo>
                  <a:lnTo>
                    <a:pt x="68897" y="31623"/>
                  </a:lnTo>
                  <a:lnTo>
                    <a:pt x="76200" y="31623"/>
                  </a:lnTo>
                  <a:lnTo>
                    <a:pt x="76200" y="28575"/>
                  </a:lnTo>
                  <a:close/>
                </a:path>
                <a:path w="632459" h="44450">
                  <a:moveTo>
                    <a:pt x="74845" y="13080"/>
                  </a:moveTo>
                  <a:lnTo>
                    <a:pt x="69469" y="13080"/>
                  </a:lnTo>
                  <a:lnTo>
                    <a:pt x="69976" y="13335"/>
                  </a:lnTo>
                  <a:lnTo>
                    <a:pt x="70710" y="13970"/>
                  </a:lnTo>
                  <a:lnTo>
                    <a:pt x="72517" y="19430"/>
                  </a:lnTo>
                  <a:lnTo>
                    <a:pt x="76580" y="19430"/>
                  </a:lnTo>
                  <a:lnTo>
                    <a:pt x="76580" y="18415"/>
                  </a:lnTo>
                  <a:lnTo>
                    <a:pt x="76424" y="17399"/>
                  </a:lnTo>
                  <a:lnTo>
                    <a:pt x="76326" y="16764"/>
                  </a:lnTo>
                  <a:lnTo>
                    <a:pt x="76049" y="15748"/>
                  </a:lnTo>
                  <a:lnTo>
                    <a:pt x="75946" y="15367"/>
                  </a:lnTo>
                  <a:lnTo>
                    <a:pt x="75438" y="13970"/>
                  </a:lnTo>
                  <a:lnTo>
                    <a:pt x="74845" y="13080"/>
                  </a:lnTo>
                  <a:close/>
                </a:path>
                <a:path w="632459" h="44450">
                  <a:moveTo>
                    <a:pt x="100457" y="9778"/>
                  </a:moveTo>
                  <a:lnTo>
                    <a:pt x="96266" y="9778"/>
                  </a:lnTo>
                  <a:lnTo>
                    <a:pt x="96266" y="43942"/>
                  </a:lnTo>
                  <a:lnTo>
                    <a:pt x="100457" y="43942"/>
                  </a:lnTo>
                  <a:lnTo>
                    <a:pt x="100457" y="33400"/>
                  </a:lnTo>
                  <a:lnTo>
                    <a:pt x="112669" y="33400"/>
                  </a:lnTo>
                  <a:lnTo>
                    <a:pt x="114173" y="31496"/>
                  </a:lnTo>
                  <a:lnTo>
                    <a:pt x="104584" y="31496"/>
                  </a:lnTo>
                  <a:lnTo>
                    <a:pt x="103251" y="31115"/>
                  </a:lnTo>
                  <a:lnTo>
                    <a:pt x="102785" y="31115"/>
                  </a:lnTo>
                  <a:lnTo>
                    <a:pt x="101600" y="30606"/>
                  </a:lnTo>
                  <a:lnTo>
                    <a:pt x="100457" y="29972"/>
                  </a:lnTo>
                  <a:lnTo>
                    <a:pt x="100457" y="15875"/>
                  </a:lnTo>
                  <a:lnTo>
                    <a:pt x="102488" y="14350"/>
                  </a:lnTo>
                  <a:lnTo>
                    <a:pt x="104775" y="13335"/>
                  </a:lnTo>
                  <a:lnTo>
                    <a:pt x="105918" y="13080"/>
                  </a:lnTo>
                  <a:lnTo>
                    <a:pt x="115231" y="13080"/>
                  </a:lnTo>
                  <a:lnTo>
                    <a:pt x="114807" y="12446"/>
                  </a:lnTo>
                  <a:lnTo>
                    <a:pt x="100457" y="12446"/>
                  </a:lnTo>
                  <a:lnTo>
                    <a:pt x="100457" y="9778"/>
                  </a:lnTo>
                  <a:close/>
                </a:path>
                <a:path w="632459" h="44450">
                  <a:moveTo>
                    <a:pt x="112669" y="33400"/>
                  </a:moveTo>
                  <a:lnTo>
                    <a:pt x="100457" y="33400"/>
                  </a:lnTo>
                  <a:lnTo>
                    <a:pt x="101473" y="34036"/>
                  </a:lnTo>
                  <a:lnTo>
                    <a:pt x="102488" y="34417"/>
                  </a:lnTo>
                  <a:lnTo>
                    <a:pt x="103378" y="34798"/>
                  </a:lnTo>
                  <a:lnTo>
                    <a:pt x="104901" y="35178"/>
                  </a:lnTo>
                  <a:lnTo>
                    <a:pt x="109728" y="35178"/>
                  </a:lnTo>
                  <a:lnTo>
                    <a:pt x="112268" y="33908"/>
                  </a:lnTo>
                  <a:lnTo>
                    <a:pt x="112669" y="33400"/>
                  </a:lnTo>
                  <a:close/>
                </a:path>
                <a:path w="632459" h="44450">
                  <a:moveTo>
                    <a:pt x="115231" y="13080"/>
                  </a:moveTo>
                  <a:lnTo>
                    <a:pt x="109093" y="13080"/>
                  </a:lnTo>
                  <a:lnTo>
                    <a:pt x="110617" y="13843"/>
                  </a:lnTo>
                  <a:lnTo>
                    <a:pt x="111505" y="15367"/>
                  </a:lnTo>
                  <a:lnTo>
                    <a:pt x="112395" y="17018"/>
                  </a:lnTo>
                  <a:lnTo>
                    <a:pt x="112903" y="19176"/>
                  </a:lnTo>
                  <a:lnTo>
                    <a:pt x="112903" y="25146"/>
                  </a:lnTo>
                  <a:lnTo>
                    <a:pt x="112268" y="27431"/>
                  </a:lnTo>
                  <a:lnTo>
                    <a:pt x="109855" y="30606"/>
                  </a:lnTo>
                  <a:lnTo>
                    <a:pt x="107928" y="31496"/>
                  </a:lnTo>
                  <a:lnTo>
                    <a:pt x="114173" y="31496"/>
                  </a:lnTo>
                  <a:lnTo>
                    <a:pt x="116205" y="29082"/>
                  </a:lnTo>
                  <a:lnTo>
                    <a:pt x="117221" y="25780"/>
                  </a:lnTo>
                  <a:lnTo>
                    <a:pt x="117221" y="17779"/>
                  </a:lnTo>
                  <a:lnTo>
                    <a:pt x="116332" y="14731"/>
                  </a:lnTo>
                  <a:lnTo>
                    <a:pt x="115231" y="13080"/>
                  </a:lnTo>
                  <a:close/>
                </a:path>
                <a:path w="632459" h="44450">
                  <a:moveTo>
                    <a:pt x="110998" y="9017"/>
                  </a:moveTo>
                  <a:lnTo>
                    <a:pt x="106553" y="9017"/>
                  </a:lnTo>
                  <a:lnTo>
                    <a:pt x="105155" y="9398"/>
                  </a:lnTo>
                  <a:lnTo>
                    <a:pt x="102616" y="10668"/>
                  </a:lnTo>
                  <a:lnTo>
                    <a:pt x="101473" y="11429"/>
                  </a:lnTo>
                  <a:lnTo>
                    <a:pt x="100311" y="12446"/>
                  </a:lnTo>
                  <a:lnTo>
                    <a:pt x="114807" y="12446"/>
                  </a:lnTo>
                  <a:lnTo>
                    <a:pt x="113157" y="10160"/>
                  </a:lnTo>
                  <a:lnTo>
                    <a:pt x="110998" y="9017"/>
                  </a:lnTo>
                  <a:close/>
                </a:path>
                <a:path w="632459" h="44450">
                  <a:moveTo>
                    <a:pt x="126619" y="9778"/>
                  </a:moveTo>
                  <a:lnTo>
                    <a:pt x="122428" y="9778"/>
                  </a:lnTo>
                  <a:lnTo>
                    <a:pt x="122428" y="34671"/>
                  </a:lnTo>
                  <a:lnTo>
                    <a:pt x="126619" y="34671"/>
                  </a:lnTo>
                  <a:lnTo>
                    <a:pt x="126619" y="9778"/>
                  </a:lnTo>
                  <a:close/>
                </a:path>
                <a:path w="632459" h="44450">
                  <a:moveTo>
                    <a:pt x="126873" y="1270"/>
                  </a:moveTo>
                  <a:lnTo>
                    <a:pt x="122047" y="1270"/>
                  </a:lnTo>
                  <a:lnTo>
                    <a:pt x="122047" y="5588"/>
                  </a:lnTo>
                  <a:lnTo>
                    <a:pt x="126873" y="5588"/>
                  </a:lnTo>
                  <a:lnTo>
                    <a:pt x="126873" y="1270"/>
                  </a:lnTo>
                  <a:close/>
                </a:path>
                <a:path w="632459" h="44450">
                  <a:moveTo>
                    <a:pt x="138652" y="34544"/>
                  </a:moveTo>
                  <a:lnTo>
                    <a:pt x="138175" y="34544"/>
                  </a:lnTo>
                  <a:lnTo>
                    <a:pt x="141224" y="35305"/>
                  </a:lnTo>
                  <a:lnTo>
                    <a:pt x="140747" y="35305"/>
                  </a:lnTo>
                  <a:lnTo>
                    <a:pt x="138652" y="34544"/>
                  </a:lnTo>
                  <a:close/>
                </a:path>
                <a:path w="632459" h="44450">
                  <a:moveTo>
                    <a:pt x="144399" y="9144"/>
                  </a:moveTo>
                  <a:lnTo>
                    <a:pt x="141351" y="9144"/>
                  </a:lnTo>
                  <a:lnTo>
                    <a:pt x="139700" y="9525"/>
                  </a:lnTo>
                  <a:lnTo>
                    <a:pt x="138303" y="10032"/>
                  </a:lnTo>
                  <a:lnTo>
                    <a:pt x="136778" y="10668"/>
                  </a:lnTo>
                  <a:lnTo>
                    <a:pt x="135509" y="11429"/>
                  </a:lnTo>
                  <a:lnTo>
                    <a:pt x="134620" y="12573"/>
                  </a:lnTo>
                  <a:lnTo>
                    <a:pt x="133603" y="13716"/>
                  </a:lnTo>
                  <a:lnTo>
                    <a:pt x="131402" y="25146"/>
                  </a:lnTo>
                  <a:lnTo>
                    <a:pt x="131572" y="26416"/>
                  </a:lnTo>
                  <a:lnTo>
                    <a:pt x="132207" y="28067"/>
                  </a:lnTo>
                  <a:lnTo>
                    <a:pt x="132715" y="29591"/>
                  </a:lnTo>
                  <a:lnTo>
                    <a:pt x="133603" y="30988"/>
                  </a:lnTo>
                  <a:lnTo>
                    <a:pt x="134620" y="32003"/>
                  </a:lnTo>
                  <a:lnTo>
                    <a:pt x="135826" y="33274"/>
                  </a:lnTo>
                  <a:lnTo>
                    <a:pt x="136778" y="33908"/>
                  </a:lnTo>
                  <a:lnTo>
                    <a:pt x="138684" y="34544"/>
                  </a:lnTo>
                  <a:lnTo>
                    <a:pt x="147574" y="34544"/>
                  </a:lnTo>
                  <a:lnTo>
                    <a:pt x="148844" y="34036"/>
                  </a:lnTo>
                  <a:lnTo>
                    <a:pt x="149351" y="33654"/>
                  </a:lnTo>
                  <a:lnTo>
                    <a:pt x="149796" y="33654"/>
                  </a:lnTo>
                  <a:lnTo>
                    <a:pt x="150368" y="33274"/>
                  </a:lnTo>
                  <a:lnTo>
                    <a:pt x="150368" y="31623"/>
                  </a:lnTo>
                  <a:lnTo>
                    <a:pt x="140588" y="31623"/>
                  </a:lnTo>
                  <a:lnTo>
                    <a:pt x="138938" y="30733"/>
                  </a:lnTo>
                  <a:lnTo>
                    <a:pt x="137668" y="29082"/>
                  </a:lnTo>
                  <a:lnTo>
                    <a:pt x="136398" y="27558"/>
                  </a:lnTo>
                  <a:lnTo>
                    <a:pt x="135763" y="25146"/>
                  </a:lnTo>
                  <a:lnTo>
                    <a:pt x="135763" y="19303"/>
                  </a:lnTo>
                  <a:lnTo>
                    <a:pt x="136398" y="16891"/>
                  </a:lnTo>
                  <a:lnTo>
                    <a:pt x="138840" y="13716"/>
                  </a:lnTo>
                  <a:lnTo>
                    <a:pt x="138641" y="13716"/>
                  </a:lnTo>
                  <a:lnTo>
                    <a:pt x="140419" y="12953"/>
                  </a:lnTo>
                  <a:lnTo>
                    <a:pt x="150368" y="12953"/>
                  </a:lnTo>
                  <a:lnTo>
                    <a:pt x="150368" y="11049"/>
                  </a:lnTo>
                  <a:lnTo>
                    <a:pt x="149605" y="10668"/>
                  </a:lnTo>
                  <a:lnTo>
                    <a:pt x="148209" y="10160"/>
                  </a:lnTo>
                  <a:lnTo>
                    <a:pt x="146092" y="9525"/>
                  </a:lnTo>
                  <a:lnTo>
                    <a:pt x="146303" y="9525"/>
                  </a:lnTo>
                  <a:lnTo>
                    <a:pt x="144399" y="9144"/>
                  </a:lnTo>
                  <a:close/>
                </a:path>
                <a:path w="632459" h="44450">
                  <a:moveTo>
                    <a:pt x="150368" y="28575"/>
                  </a:moveTo>
                  <a:lnTo>
                    <a:pt x="150113" y="28575"/>
                  </a:lnTo>
                  <a:lnTo>
                    <a:pt x="148928" y="29591"/>
                  </a:lnTo>
                  <a:lnTo>
                    <a:pt x="148082" y="30225"/>
                  </a:lnTo>
                  <a:lnTo>
                    <a:pt x="146811" y="30733"/>
                  </a:lnTo>
                  <a:lnTo>
                    <a:pt x="145542" y="31369"/>
                  </a:lnTo>
                  <a:lnTo>
                    <a:pt x="144272" y="31623"/>
                  </a:lnTo>
                  <a:lnTo>
                    <a:pt x="150368" y="31623"/>
                  </a:lnTo>
                  <a:lnTo>
                    <a:pt x="150368" y="28575"/>
                  </a:lnTo>
                  <a:close/>
                </a:path>
                <a:path w="632459" h="44450">
                  <a:moveTo>
                    <a:pt x="150368" y="12953"/>
                  </a:moveTo>
                  <a:lnTo>
                    <a:pt x="144399" y="12953"/>
                  </a:lnTo>
                  <a:lnTo>
                    <a:pt x="145161" y="13207"/>
                  </a:lnTo>
                  <a:lnTo>
                    <a:pt x="145923" y="13335"/>
                  </a:lnTo>
                  <a:lnTo>
                    <a:pt x="147065" y="13716"/>
                  </a:lnTo>
                  <a:lnTo>
                    <a:pt x="146854" y="13716"/>
                  </a:lnTo>
                  <a:lnTo>
                    <a:pt x="147193" y="13970"/>
                  </a:lnTo>
                  <a:lnTo>
                    <a:pt x="147955" y="14224"/>
                  </a:lnTo>
                  <a:lnTo>
                    <a:pt x="148971" y="14986"/>
                  </a:lnTo>
                  <a:lnTo>
                    <a:pt x="149478" y="15240"/>
                  </a:lnTo>
                  <a:lnTo>
                    <a:pt x="149859" y="15494"/>
                  </a:lnTo>
                  <a:lnTo>
                    <a:pt x="150113" y="15748"/>
                  </a:lnTo>
                  <a:lnTo>
                    <a:pt x="150368" y="15748"/>
                  </a:lnTo>
                  <a:lnTo>
                    <a:pt x="150368" y="12953"/>
                  </a:lnTo>
                  <a:close/>
                </a:path>
                <a:path w="632459" h="44450">
                  <a:moveTo>
                    <a:pt x="166243" y="34671"/>
                  </a:moveTo>
                  <a:lnTo>
                    <a:pt x="158597" y="34671"/>
                  </a:lnTo>
                  <a:lnTo>
                    <a:pt x="160020" y="35178"/>
                  </a:lnTo>
                  <a:lnTo>
                    <a:pt x="164464" y="35178"/>
                  </a:lnTo>
                  <a:lnTo>
                    <a:pt x="166243" y="34671"/>
                  </a:lnTo>
                  <a:close/>
                </a:path>
                <a:path w="632459" h="44450">
                  <a:moveTo>
                    <a:pt x="159257" y="13207"/>
                  </a:moveTo>
                  <a:lnTo>
                    <a:pt x="155067" y="13207"/>
                  </a:lnTo>
                  <a:lnTo>
                    <a:pt x="155106" y="29972"/>
                  </a:lnTo>
                  <a:lnTo>
                    <a:pt x="155701" y="31876"/>
                  </a:lnTo>
                  <a:lnTo>
                    <a:pt x="156972" y="33274"/>
                  </a:lnTo>
                  <a:lnTo>
                    <a:pt x="158369" y="34671"/>
                  </a:lnTo>
                  <a:lnTo>
                    <a:pt x="167005" y="34671"/>
                  </a:lnTo>
                  <a:lnTo>
                    <a:pt x="167005" y="31242"/>
                  </a:lnTo>
                  <a:lnTo>
                    <a:pt x="161290" y="31242"/>
                  </a:lnTo>
                  <a:lnTo>
                    <a:pt x="160273" y="30733"/>
                  </a:lnTo>
                  <a:lnTo>
                    <a:pt x="160401" y="30733"/>
                  </a:lnTo>
                  <a:lnTo>
                    <a:pt x="160147" y="30479"/>
                  </a:lnTo>
                  <a:lnTo>
                    <a:pt x="159893" y="29972"/>
                  </a:lnTo>
                  <a:lnTo>
                    <a:pt x="159511" y="29337"/>
                  </a:lnTo>
                  <a:lnTo>
                    <a:pt x="159384" y="28701"/>
                  </a:lnTo>
                  <a:lnTo>
                    <a:pt x="159257" y="13207"/>
                  </a:lnTo>
                  <a:close/>
                </a:path>
                <a:path w="632459" h="44450">
                  <a:moveTo>
                    <a:pt x="167005" y="30733"/>
                  </a:moveTo>
                  <a:lnTo>
                    <a:pt x="164972" y="31242"/>
                  </a:lnTo>
                  <a:lnTo>
                    <a:pt x="167005" y="31242"/>
                  </a:lnTo>
                  <a:lnTo>
                    <a:pt x="167005" y="30733"/>
                  </a:lnTo>
                  <a:close/>
                </a:path>
                <a:path w="632459" h="44450">
                  <a:moveTo>
                    <a:pt x="167005" y="9778"/>
                  </a:moveTo>
                  <a:lnTo>
                    <a:pt x="152273" y="9778"/>
                  </a:lnTo>
                  <a:lnTo>
                    <a:pt x="152273" y="13207"/>
                  </a:lnTo>
                  <a:lnTo>
                    <a:pt x="167005" y="13207"/>
                  </a:lnTo>
                  <a:lnTo>
                    <a:pt x="167005" y="9778"/>
                  </a:lnTo>
                  <a:close/>
                </a:path>
                <a:path w="632459" h="44450">
                  <a:moveTo>
                    <a:pt x="159257" y="2540"/>
                  </a:moveTo>
                  <a:lnTo>
                    <a:pt x="155067" y="2540"/>
                  </a:lnTo>
                  <a:lnTo>
                    <a:pt x="155067" y="9778"/>
                  </a:lnTo>
                  <a:lnTo>
                    <a:pt x="159257" y="9778"/>
                  </a:lnTo>
                  <a:lnTo>
                    <a:pt x="159257" y="2540"/>
                  </a:lnTo>
                  <a:close/>
                </a:path>
                <a:path w="632459" h="44450">
                  <a:moveTo>
                    <a:pt x="174625" y="9778"/>
                  </a:moveTo>
                  <a:lnTo>
                    <a:pt x="170434" y="9778"/>
                  </a:lnTo>
                  <a:lnTo>
                    <a:pt x="170554" y="28067"/>
                  </a:lnTo>
                  <a:lnTo>
                    <a:pt x="174421" y="34798"/>
                  </a:lnTo>
                  <a:lnTo>
                    <a:pt x="175132" y="34798"/>
                  </a:lnTo>
                  <a:lnTo>
                    <a:pt x="176149" y="35178"/>
                  </a:lnTo>
                  <a:lnTo>
                    <a:pt x="177165" y="35432"/>
                  </a:lnTo>
                  <a:lnTo>
                    <a:pt x="179578" y="35432"/>
                  </a:lnTo>
                  <a:lnTo>
                    <a:pt x="180509" y="35178"/>
                  </a:lnTo>
                  <a:lnTo>
                    <a:pt x="180689" y="35178"/>
                  </a:lnTo>
                  <a:lnTo>
                    <a:pt x="181546" y="34798"/>
                  </a:lnTo>
                  <a:lnTo>
                    <a:pt x="183261" y="33908"/>
                  </a:lnTo>
                  <a:lnTo>
                    <a:pt x="184349" y="33147"/>
                  </a:lnTo>
                  <a:lnTo>
                    <a:pt x="185801" y="31876"/>
                  </a:lnTo>
                  <a:lnTo>
                    <a:pt x="189992" y="31876"/>
                  </a:lnTo>
                  <a:lnTo>
                    <a:pt x="189992" y="31369"/>
                  </a:lnTo>
                  <a:lnTo>
                    <a:pt x="177418" y="31369"/>
                  </a:lnTo>
                  <a:lnTo>
                    <a:pt x="176149" y="30606"/>
                  </a:lnTo>
                  <a:lnTo>
                    <a:pt x="175768" y="30225"/>
                  </a:lnTo>
                  <a:lnTo>
                    <a:pt x="175386" y="29591"/>
                  </a:lnTo>
                  <a:lnTo>
                    <a:pt x="175196" y="29210"/>
                  </a:lnTo>
                  <a:lnTo>
                    <a:pt x="175132" y="29082"/>
                  </a:lnTo>
                  <a:lnTo>
                    <a:pt x="175005" y="28828"/>
                  </a:lnTo>
                  <a:lnTo>
                    <a:pt x="174836" y="28321"/>
                  </a:lnTo>
                  <a:lnTo>
                    <a:pt x="174751" y="28067"/>
                  </a:lnTo>
                  <a:lnTo>
                    <a:pt x="174625" y="9778"/>
                  </a:lnTo>
                  <a:close/>
                </a:path>
                <a:path w="632459" h="44450">
                  <a:moveTo>
                    <a:pt x="189992" y="31876"/>
                  </a:moveTo>
                  <a:lnTo>
                    <a:pt x="185801" y="31876"/>
                  </a:lnTo>
                  <a:lnTo>
                    <a:pt x="185801" y="34798"/>
                  </a:lnTo>
                  <a:lnTo>
                    <a:pt x="189992" y="34798"/>
                  </a:lnTo>
                  <a:lnTo>
                    <a:pt x="189992" y="31876"/>
                  </a:lnTo>
                  <a:close/>
                </a:path>
                <a:path w="632459" h="44450">
                  <a:moveTo>
                    <a:pt x="189992" y="9778"/>
                  </a:moveTo>
                  <a:lnTo>
                    <a:pt x="185801" y="9778"/>
                  </a:lnTo>
                  <a:lnTo>
                    <a:pt x="185801" y="28321"/>
                  </a:lnTo>
                  <a:lnTo>
                    <a:pt x="184784" y="29210"/>
                  </a:lnTo>
                  <a:lnTo>
                    <a:pt x="183769" y="29972"/>
                  </a:lnTo>
                  <a:lnTo>
                    <a:pt x="182397" y="30606"/>
                  </a:lnTo>
                  <a:lnTo>
                    <a:pt x="181025" y="31369"/>
                  </a:lnTo>
                  <a:lnTo>
                    <a:pt x="189992" y="31369"/>
                  </a:lnTo>
                  <a:lnTo>
                    <a:pt x="189992" y="9778"/>
                  </a:lnTo>
                  <a:close/>
                </a:path>
                <a:path w="632459" h="44450">
                  <a:moveTo>
                    <a:pt x="201041" y="10032"/>
                  </a:moveTo>
                  <a:lnTo>
                    <a:pt x="196850" y="10032"/>
                  </a:lnTo>
                  <a:lnTo>
                    <a:pt x="196850" y="34671"/>
                  </a:lnTo>
                  <a:lnTo>
                    <a:pt x="201041" y="34671"/>
                  </a:lnTo>
                  <a:lnTo>
                    <a:pt x="201041" y="17018"/>
                  </a:lnTo>
                  <a:lnTo>
                    <a:pt x="202057" y="16001"/>
                  </a:lnTo>
                  <a:lnTo>
                    <a:pt x="203073" y="15240"/>
                  </a:lnTo>
                  <a:lnTo>
                    <a:pt x="204216" y="14858"/>
                  </a:lnTo>
                  <a:lnTo>
                    <a:pt x="205232" y="14350"/>
                  </a:lnTo>
                  <a:lnTo>
                    <a:pt x="210057" y="14350"/>
                  </a:lnTo>
                  <a:lnTo>
                    <a:pt x="210057" y="13462"/>
                  </a:lnTo>
                  <a:lnTo>
                    <a:pt x="201041" y="13462"/>
                  </a:lnTo>
                  <a:lnTo>
                    <a:pt x="201041" y="10032"/>
                  </a:lnTo>
                  <a:close/>
                </a:path>
                <a:path w="632459" h="44450">
                  <a:moveTo>
                    <a:pt x="210057" y="10032"/>
                  </a:moveTo>
                  <a:lnTo>
                    <a:pt x="206121" y="10032"/>
                  </a:lnTo>
                  <a:lnTo>
                    <a:pt x="204978" y="10541"/>
                  </a:lnTo>
                  <a:lnTo>
                    <a:pt x="203834" y="11175"/>
                  </a:lnTo>
                  <a:lnTo>
                    <a:pt x="202565" y="12065"/>
                  </a:lnTo>
                  <a:lnTo>
                    <a:pt x="201041" y="13462"/>
                  </a:lnTo>
                  <a:lnTo>
                    <a:pt x="210057" y="13462"/>
                  </a:lnTo>
                  <a:lnTo>
                    <a:pt x="210057" y="10032"/>
                  </a:lnTo>
                  <a:close/>
                </a:path>
                <a:path w="632459" h="44450">
                  <a:moveTo>
                    <a:pt x="225171" y="9017"/>
                  </a:moveTo>
                  <a:lnTo>
                    <a:pt x="220218" y="9017"/>
                  </a:lnTo>
                  <a:lnTo>
                    <a:pt x="217424" y="10287"/>
                  </a:lnTo>
                  <a:lnTo>
                    <a:pt x="213105" y="15113"/>
                  </a:lnTo>
                  <a:lnTo>
                    <a:pt x="212374" y="17399"/>
                  </a:lnTo>
                  <a:lnTo>
                    <a:pt x="212090" y="18415"/>
                  </a:lnTo>
                  <a:lnTo>
                    <a:pt x="212090" y="26543"/>
                  </a:lnTo>
                  <a:lnTo>
                    <a:pt x="213024" y="29464"/>
                  </a:lnTo>
                  <a:lnTo>
                    <a:pt x="213240" y="29845"/>
                  </a:lnTo>
                  <a:lnTo>
                    <a:pt x="215392" y="31876"/>
                  </a:lnTo>
                  <a:lnTo>
                    <a:pt x="217551" y="34163"/>
                  </a:lnTo>
                  <a:lnTo>
                    <a:pt x="220599" y="35305"/>
                  </a:lnTo>
                  <a:lnTo>
                    <a:pt x="225425" y="35305"/>
                  </a:lnTo>
                  <a:lnTo>
                    <a:pt x="230758" y="34417"/>
                  </a:lnTo>
                  <a:lnTo>
                    <a:pt x="229870" y="34417"/>
                  </a:lnTo>
                  <a:lnTo>
                    <a:pt x="230505" y="34163"/>
                  </a:lnTo>
                  <a:lnTo>
                    <a:pt x="232028" y="33654"/>
                  </a:lnTo>
                  <a:lnTo>
                    <a:pt x="232663" y="33400"/>
                  </a:lnTo>
                  <a:lnTo>
                    <a:pt x="233172" y="33147"/>
                  </a:lnTo>
                  <a:lnTo>
                    <a:pt x="233172" y="31623"/>
                  </a:lnTo>
                  <a:lnTo>
                    <a:pt x="221996" y="31623"/>
                  </a:lnTo>
                  <a:lnTo>
                    <a:pt x="219963" y="30861"/>
                  </a:lnTo>
                  <a:lnTo>
                    <a:pt x="218567" y="29464"/>
                  </a:lnTo>
                  <a:lnTo>
                    <a:pt x="217043" y="27813"/>
                  </a:lnTo>
                  <a:lnTo>
                    <a:pt x="216280" y="25526"/>
                  </a:lnTo>
                  <a:lnTo>
                    <a:pt x="216280" y="22605"/>
                  </a:lnTo>
                  <a:lnTo>
                    <a:pt x="233553" y="22605"/>
                  </a:lnTo>
                  <a:lnTo>
                    <a:pt x="233553" y="19430"/>
                  </a:lnTo>
                  <a:lnTo>
                    <a:pt x="216280" y="19430"/>
                  </a:lnTo>
                  <a:lnTo>
                    <a:pt x="216407" y="18415"/>
                  </a:lnTo>
                  <a:lnTo>
                    <a:pt x="220472" y="13080"/>
                  </a:lnTo>
                  <a:lnTo>
                    <a:pt x="231997" y="13080"/>
                  </a:lnTo>
                  <a:lnTo>
                    <a:pt x="230886" y="11811"/>
                  </a:lnTo>
                  <a:lnTo>
                    <a:pt x="229870" y="10922"/>
                  </a:lnTo>
                  <a:lnTo>
                    <a:pt x="229023" y="10287"/>
                  </a:lnTo>
                  <a:lnTo>
                    <a:pt x="229234" y="10287"/>
                  </a:lnTo>
                  <a:lnTo>
                    <a:pt x="227711" y="9778"/>
                  </a:lnTo>
                  <a:lnTo>
                    <a:pt x="226568" y="9271"/>
                  </a:lnTo>
                  <a:lnTo>
                    <a:pt x="225171" y="9017"/>
                  </a:lnTo>
                  <a:close/>
                </a:path>
                <a:path w="632459" h="44450">
                  <a:moveTo>
                    <a:pt x="233172" y="28575"/>
                  </a:moveTo>
                  <a:lnTo>
                    <a:pt x="232918" y="28575"/>
                  </a:lnTo>
                  <a:lnTo>
                    <a:pt x="232536" y="28828"/>
                  </a:lnTo>
                  <a:lnTo>
                    <a:pt x="231901" y="29464"/>
                  </a:lnTo>
                  <a:lnTo>
                    <a:pt x="231648" y="29464"/>
                  </a:lnTo>
                  <a:lnTo>
                    <a:pt x="231013" y="29845"/>
                  </a:lnTo>
                  <a:lnTo>
                    <a:pt x="230378" y="30099"/>
                  </a:lnTo>
                  <a:lnTo>
                    <a:pt x="229616" y="30479"/>
                  </a:lnTo>
                  <a:lnTo>
                    <a:pt x="228980" y="30861"/>
                  </a:lnTo>
                  <a:lnTo>
                    <a:pt x="227647" y="31242"/>
                  </a:lnTo>
                  <a:lnTo>
                    <a:pt x="227203" y="31242"/>
                  </a:lnTo>
                  <a:lnTo>
                    <a:pt x="226060" y="31623"/>
                  </a:lnTo>
                  <a:lnTo>
                    <a:pt x="233172" y="31623"/>
                  </a:lnTo>
                  <a:lnTo>
                    <a:pt x="233172" y="28575"/>
                  </a:lnTo>
                  <a:close/>
                </a:path>
                <a:path w="632459" h="44450">
                  <a:moveTo>
                    <a:pt x="231916" y="13080"/>
                  </a:moveTo>
                  <a:lnTo>
                    <a:pt x="226440" y="13080"/>
                  </a:lnTo>
                  <a:lnTo>
                    <a:pt x="226949" y="13335"/>
                  </a:lnTo>
                  <a:lnTo>
                    <a:pt x="227682" y="13970"/>
                  </a:lnTo>
                  <a:lnTo>
                    <a:pt x="228536" y="15113"/>
                  </a:lnTo>
                  <a:lnTo>
                    <a:pt x="228896" y="15875"/>
                  </a:lnTo>
                  <a:lnTo>
                    <a:pt x="229361" y="17399"/>
                  </a:lnTo>
                  <a:lnTo>
                    <a:pt x="229488" y="19430"/>
                  </a:lnTo>
                  <a:lnTo>
                    <a:pt x="233553" y="19430"/>
                  </a:lnTo>
                  <a:lnTo>
                    <a:pt x="233553" y="18415"/>
                  </a:lnTo>
                  <a:lnTo>
                    <a:pt x="233396" y="17399"/>
                  </a:lnTo>
                  <a:lnTo>
                    <a:pt x="233299" y="16764"/>
                  </a:lnTo>
                  <a:lnTo>
                    <a:pt x="232918" y="15367"/>
                  </a:lnTo>
                  <a:lnTo>
                    <a:pt x="232409" y="13970"/>
                  </a:lnTo>
                  <a:lnTo>
                    <a:pt x="231916" y="13080"/>
                  </a:lnTo>
                  <a:close/>
                </a:path>
                <a:path w="632459" h="44450">
                  <a:moveTo>
                    <a:pt x="258794" y="34544"/>
                  </a:moveTo>
                  <a:lnTo>
                    <a:pt x="258190" y="34544"/>
                  </a:lnTo>
                  <a:lnTo>
                    <a:pt x="261493" y="35305"/>
                  </a:lnTo>
                  <a:lnTo>
                    <a:pt x="260889" y="35305"/>
                  </a:lnTo>
                  <a:lnTo>
                    <a:pt x="258794" y="34544"/>
                  </a:lnTo>
                  <a:close/>
                </a:path>
                <a:path w="632459" h="44450">
                  <a:moveTo>
                    <a:pt x="264541" y="9144"/>
                  </a:moveTo>
                  <a:lnTo>
                    <a:pt x="261493" y="9144"/>
                  </a:lnTo>
                  <a:lnTo>
                    <a:pt x="259969" y="9525"/>
                  </a:lnTo>
                  <a:lnTo>
                    <a:pt x="252476" y="16637"/>
                  </a:lnTo>
                  <a:lnTo>
                    <a:pt x="251841" y="18161"/>
                  </a:lnTo>
                  <a:lnTo>
                    <a:pt x="251688" y="19303"/>
                  </a:lnTo>
                  <a:lnTo>
                    <a:pt x="251671" y="25146"/>
                  </a:lnTo>
                  <a:lnTo>
                    <a:pt x="251841" y="26416"/>
                  </a:lnTo>
                  <a:lnTo>
                    <a:pt x="252349" y="28067"/>
                  </a:lnTo>
                  <a:lnTo>
                    <a:pt x="252984" y="29591"/>
                  </a:lnTo>
                  <a:lnTo>
                    <a:pt x="253746" y="30988"/>
                  </a:lnTo>
                  <a:lnTo>
                    <a:pt x="254761" y="32003"/>
                  </a:lnTo>
                  <a:lnTo>
                    <a:pt x="255989" y="33274"/>
                  </a:lnTo>
                  <a:lnTo>
                    <a:pt x="257048" y="33908"/>
                  </a:lnTo>
                  <a:lnTo>
                    <a:pt x="258794" y="34544"/>
                  </a:lnTo>
                  <a:lnTo>
                    <a:pt x="267716" y="34544"/>
                  </a:lnTo>
                  <a:lnTo>
                    <a:pt x="268986" y="34036"/>
                  </a:lnTo>
                  <a:lnTo>
                    <a:pt x="269621" y="33654"/>
                  </a:lnTo>
                  <a:lnTo>
                    <a:pt x="269938" y="33654"/>
                  </a:lnTo>
                  <a:lnTo>
                    <a:pt x="270509" y="33274"/>
                  </a:lnTo>
                  <a:lnTo>
                    <a:pt x="270509" y="31623"/>
                  </a:lnTo>
                  <a:lnTo>
                    <a:pt x="260857" y="31623"/>
                  </a:lnTo>
                  <a:lnTo>
                    <a:pt x="259080" y="30733"/>
                  </a:lnTo>
                  <a:lnTo>
                    <a:pt x="257809" y="29082"/>
                  </a:lnTo>
                  <a:lnTo>
                    <a:pt x="256540" y="27558"/>
                  </a:lnTo>
                  <a:lnTo>
                    <a:pt x="255905" y="25146"/>
                  </a:lnTo>
                  <a:lnTo>
                    <a:pt x="255905" y="19303"/>
                  </a:lnTo>
                  <a:lnTo>
                    <a:pt x="256540" y="16891"/>
                  </a:lnTo>
                  <a:lnTo>
                    <a:pt x="257809" y="15240"/>
                  </a:lnTo>
                  <a:lnTo>
                    <a:pt x="259099" y="13716"/>
                  </a:lnTo>
                  <a:lnTo>
                    <a:pt x="258910" y="13716"/>
                  </a:lnTo>
                  <a:lnTo>
                    <a:pt x="260688" y="12953"/>
                  </a:lnTo>
                  <a:lnTo>
                    <a:pt x="270509" y="12953"/>
                  </a:lnTo>
                  <a:lnTo>
                    <a:pt x="270509" y="11049"/>
                  </a:lnTo>
                  <a:lnTo>
                    <a:pt x="269748" y="10668"/>
                  </a:lnTo>
                  <a:lnTo>
                    <a:pt x="268351" y="10160"/>
                  </a:lnTo>
                  <a:lnTo>
                    <a:pt x="266234" y="9525"/>
                  </a:lnTo>
                  <a:lnTo>
                    <a:pt x="266446" y="9525"/>
                  </a:lnTo>
                  <a:lnTo>
                    <a:pt x="264541" y="9144"/>
                  </a:lnTo>
                  <a:close/>
                </a:path>
                <a:path w="632459" h="44450">
                  <a:moveTo>
                    <a:pt x="270509" y="28575"/>
                  </a:moveTo>
                  <a:lnTo>
                    <a:pt x="270255" y="28575"/>
                  </a:lnTo>
                  <a:lnTo>
                    <a:pt x="269748" y="29082"/>
                  </a:lnTo>
                  <a:lnTo>
                    <a:pt x="269176" y="29591"/>
                  </a:lnTo>
                  <a:lnTo>
                    <a:pt x="268224" y="30225"/>
                  </a:lnTo>
                  <a:lnTo>
                    <a:pt x="266953" y="30733"/>
                  </a:lnTo>
                  <a:lnTo>
                    <a:pt x="265811" y="31369"/>
                  </a:lnTo>
                  <a:lnTo>
                    <a:pt x="264413" y="31623"/>
                  </a:lnTo>
                  <a:lnTo>
                    <a:pt x="270509" y="31623"/>
                  </a:lnTo>
                  <a:lnTo>
                    <a:pt x="270509" y="28575"/>
                  </a:lnTo>
                  <a:close/>
                </a:path>
                <a:path w="632459" h="44450">
                  <a:moveTo>
                    <a:pt x="270509" y="12953"/>
                  </a:moveTo>
                  <a:lnTo>
                    <a:pt x="264541" y="12953"/>
                  </a:lnTo>
                  <a:lnTo>
                    <a:pt x="265430" y="13207"/>
                  </a:lnTo>
                  <a:lnTo>
                    <a:pt x="266192" y="13335"/>
                  </a:lnTo>
                  <a:lnTo>
                    <a:pt x="267038" y="13716"/>
                  </a:lnTo>
                  <a:lnTo>
                    <a:pt x="267461" y="13970"/>
                  </a:lnTo>
                  <a:lnTo>
                    <a:pt x="268097" y="14224"/>
                  </a:lnTo>
                  <a:lnTo>
                    <a:pt x="268732" y="14604"/>
                  </a:lnTo>
                  <a:lnTo>
                    <a:pt x="269113" y="14986"/>
                  </a:lnTo>
                  <a:lnTo>
                    <a:pt x="269621" y="15240"/>
                  </a:lnTo>
                  <a:lnTo>
                    <a:pt x="270001" y="15494"/>
                  </a:lnTo>
                  <a:lnTo>
                    <a:pt x="270255" y="15748"/>
                  </a:lnTo>
                  <a:lnTo>
                    <a:pt x="270509" y="15748"/>
                  </a:lnTo>
                  <a:lnTo>
                    <a:pt x="270509" y="12953"/>
                  </a:lnTo>
                  <a:close/>
                </a:path>
                <a:path w="632459" h="44450">
                  <a:moveTo>
                    <a:pt x="283591" y="22098"/>
                  </a:moveTo>
                  <a:lnTo>
                    <a:pt x="274929" y="22098"/>
                  </a:lnTo>
                  <a:lnTo>
                    <a:pt x="274320" y="23114"/>
                  </a:lnTo>
                  <a:lnTo>
                    <a:pt x="273557" y="24256"/>
                  </a:lnTo>
                  <a:lnTo>
                    <a:pt x="275463" y="33147"/>
                  </a:lnTo>
                  <a:lnTo>
                    <a:pt x="276098" y="33908"/>
                  </a:lnTo>
                  <a:lnTo>
                    <a:pt x="276986" y="34417"/>
                  </a:lnTo>
                  <a:lnTo>
                    <a:pt x="279357" y="35432"/>
                  </a:lnTo>
                  <a:lnTo>
                    <a:pt x="282765" y="35432"/>
                  </a:lnTo>
                  <a:lnTo>
                    <a:pt x="284670" y="34671"/>
                  </a:lnTo>
                  <a:lnTo>
                    <a:pt x="284861" y="34671"/>
                  </a:lnTo>
                  <a:lnTo>
                    <a:pt x="286384" y="33908"/>
                  </a:lnTo>
                  <a:lnTo>
                    <a:pt x="287020" y="33527"/>
                  </a:lnTo>
                  <a:lnTo>
                    <a:pt x="288163" y="32639"/>
                  </a:lnTo>
                  <a:lnTo>
                    <a:pt x="288544" y="32257"/>
                  </a:lnTo>
                  <a:lnTo>
                    <a:pt x="288925" y="32003"/>
                  </a:lnTo>
                  <a:lnTo>
                    <a:pt x="293116" y="32003"/>
                  </a:lnTo>
                  <a:lnTo>
                    <a:pt x="293116" y="31623"/>
                  </a:lnTo>
                  <a:lnTo>
                    <a:pt x="281220" y="31623"/>
                  </a:lnTo>
                  <a:lnTo>
                    <a:pt x="279950" y="31242"/>
                  </a:lnTo>
                  <a:lnTo>
                    <a:pt x="279679" y="31242"/>
                  </a:lnTo>
                  <a:lnTo>
                    <a:pt x="278917" y="30606"/>
                  </a:lnTo>
                  <a:lnTo>
                    <a:pt x="278003" y="29718"/>
                  </a:lnTo>
                  <a:lnTo>
                    <a:pt x="277622" y="28575"/>
                  </a:lnTo>
                  <a:lnTo>
                    <a:pt x="277622" y="25907"/>
                  </a:lnTo>
                  <a:lnTo>
                    <a:pt x="277876" y="24892"/>
                  </a:lnTo>
                  <a:lnTo>
                    <a:pt x="278638" y="24256"/>
                  </a:lnTo>
                  <a:lnTo>
                    <a:pt x="279400" y="23495"/>
                  </a:lnTo>
                  <a:lnTo>
                    <a:pt x="280066" y="23114"/>
                  </a:lnTo>
                  <a:lnTo>
                    <a:pt x="279907" y="23114"/>
                  </a:lnTo>
                  <a:lnTo>
                    <a:pt x="281432" y="22605"/>
                  </a:lnTo>
                  <a:lnTo>
                    <a:pt x="282321" y="22351"/>
                  </a:lnTo>
                  <a:lnTo>
                    <a:pt x="283591" y="22098"/>
                  </a:lnTo>
                  <a:close/>
                </a:path>
                <a:path w="632459" h="44450">
                  <a:moveTo>
                    <a:pt x="293116" y="32003"/>
                  </a:moveTo>
                  <a:lnTo>
                    <a:pt x="288925" y="32003"/>
                  </a:lnTo>
                  <a:lnTo>
                    <a:pt x="288925" y="34671"/>
                  </a:lnTo>
                  <a:lnTo>
                    <a:pt x="293116" y="34671"/>
                  </a:lnTo>
                  <a:lnTo>
                    <a:pt x="293116" y="32003"/>
                  </a:lnTo>
                  <a:close/>
                </a:path>
                <a:path w="632459" h="44450">
                  <a:moveTo>
                    <a:pt x="292198" y="13080"/>
                  </a:moveTo>
                  <a:lnTo>
                    <a:pt x="286003" y="13080"/>
                  </a:lnTo>
                  <a:lnTo>
                    <a:pt x="286638" y="13335"/>
                  </a:lnTo>
                  <a:lnTo>
                    <a:pt x="287274" y="13716"/>
                  </a:lnTo>
                  <a:lnTo>
                    <a:pt x="287782" y="14097"/>
                  </a:lnTo>
                  <a:lnTo>
                    <a:pt x="288417" y="14731"/>
                  </a:lnTo>
                  <a:lnTo>
                    <a:pt x="288264" y="14731"/>
                  </a:lnTo>
                  <a:lnTo>
                    <a:pt x="288417" y="15113"/>
                  </a:lnTo>
                  <a:lnTo>
                    <a:pt x="288798" y="15748"/>
                  </a:lnTo>
                  <a:lnTo>
                    <a:pt x="288817" y="16128"/>
                  </a:lnTo>
                  <a:lnTo>
                    <a:pt x="288937" y="18542"/>
                  </a:lnTo>
                  <a:lnTo>
                    <a:pt x="284607" y="18542"/>
                  </a:lnTo>
                  <a:lnTo>
                    <a:pt x="280797" y="19050"/>
                  </a:lnTo>
                  <a:lnTo>
                    <a:pt x="279146" y="19557"/>
                  </a:lnTo>
                  <a:lnTo>
                    <a:pt x="277749" y="20193"/>
                  </a:lnTo>
                  <a:lnTo>
                    <a:pt x="276225" y="20827"/>
                  </a:lnTo>
                  <a:lnTo>
                    <a:pt x="274796" y="22098"/>
                  </a:lnTo>
                  <a:lnTo>
                    <a:pt x="288925" y="22098"/>
                  </a:lnTo>
                  <a:lnTo>
                    <a:pt x="288925" y="28575"/>
                  </a:lnTo>
                  <a:lnTo>
                    <a:pt x="288036" y="29337"/>
                  </a:lnTo>
                  <a:lnTo>
                    <a:pt x="287020" y="30099"/>
                  </a:lnTo>
                  <a:lnTo>
                    <a:pt x="285876" y="30606"/>
                  </a:lnTo>
                  <a:lnTo>
                    <a:pt x="284861" y="31242"/>
                  </a:lnTo>
                  <a:lnTo>
                    <a:pt x="282956" y="31623"/>
                  </a:lnTo>
                  <a:lnTo>
                    <a:pt x="293116" y="31623"/>
                  </a:lnTo>
                  <a:lnTo>
                    <a:pt x="293046" y="15748"/>
                  </a:lnTo>
                  <a:lnTo>
                    <a:pt x="292931" y="15113"/>
                  </a:lnTo>
                  <a:lnTo>
                    <a:pt x="292861" y="14731"/>
                  </a:lnTo>
                  <a:lnTo>
                    <a:pt x="292480" y="13716"/>
                  </a:lnTo>
                  <a:lnTo>
                    <a:pt x="292311" y="13335"/>
                  </a:lnTo>
                  <a:lnTo>
                    <a:pt x="292198" y="13080"/>
                  </a:lnTo>
                  <a:close/>
                </a:path>
                <a:path w="632459" h="44450">
                  <a:moveTo>
                    <a:pt x="286003" y="9271"/>
                  </a:moveTo>
                  <a:lnTo>
                    <a:pt x="280034" y="9271"/>
                  </a:lnTo>
                  <a:lnTo>
                    <a:pt x="277113" y="9778"/>
                  </a:lnTo>
                  <a:lnTo>
                    <a:pt x="276098" y="10032"/>
                  </a:lnTo>
                  <a:lnTo>
                    <a:pt x="275336" y="10287"/>
                  </a:lnTo>
                  <a:lnTo>
                    <a:pt x="275358" y="11049"/>
                  </a:lnTo>
                  <a:lnTo>
                    <a:pt x="275466" y="14731"/>
                  </a:lnTo>
                  <a:lnTo>
                    <a:pt x="275183" y="14731"/>
                  </a:lnTo>
                  <a:lnTo>
                    <a:pt x="276580" y="14097"/>
                  </a:lnTo>
                  <a:lnTo>
                    <a:pt x="276436" y="14097"/>
                  </a:lnTo>
                  <a:lnTo>
                    <a:pt x="277706" y="13716"/>
                  </a:lnTo>
                  <a:lnTo>
                    <a:pt x="277495" y="13716"/>
                  </a:lnTo>
                  <a:lnTo>
                    <a:pt x="279400" y="13335"/>
                  </a:lnTo>
                  <a:lnTo>
                    <a:pt x="280331" y="13080"/>
                  </a:lnTo>
                  <a:lnTo>
                    <a:pt x="292198" y="13080"/>
                  </a:lnTo>
                  <a:lnTo>
                    <a:pt x="291973" y="12573"/>
                  </a:lnTo>
                  <a:lnTo>
                    <a:pt x="291338" y="11683"/>
                  </a:lnTo>
                  <a:lnTo>
                    <a:pt x="290449" y="11049"/>
                  </a:lnTo>
                  <a:lnTo>
                    <a:pt x="289432" y="10287"/>
                  </a:lnTo>
                  <a:lnTo>
                    <a:pt x="288417" y="9778"/>
                  </a:lnTo>
                  <a:lnTo>
                    <a:pt x="287274" y="9525"/>
                  </a:lnTo>
                  <a:lnTo>
                    <a:pt x="286003" y="9271"/>
                  </a:lnTo>
                  <a:close/>
                </a:path>
                <a:path w="632459" h="44450">
                  <a:moveTo>
                    <a:pt x="303911" y="9905"/>
                  </a:moveTo>
                  <a:lnTo>
                    <a:pt x="299720" y="9905"/>
                  </a:lnTo>
                  <a:lnTo>
                    <a:pt x="299720" y="34671"/>
                  </a:lnTo>
                  <a:lnTo>
                    <a:pt x="303911" y="34671"/>
                  </a:lnTo>
                  <a:lnTo>
                    <a:pt x="303911" y="16255"/>
                  </a:lnTo>
                  <a:lnTo>
                    <a:pt x="303765" y="16255"/>
                  </a:lnTo>
                  <a:lnTo>
                    <a:pt x="304926" y="15240"/>
                  </a:lnTo>
                  <a:lnTo>
                    <a:pt x="306070" y="14477"/>
                  </a:lnTo>
                  <a:lnTo>
                    <a:pt x="307086" y="13843"/>
                  </a:lnTo>
                  <a:lnTo>
                    <a:pt x="308514" y="13207"/>
                  </a:lnTo>
                  <a:lnTo>
                    <a:pt x="318750" y="13207"/>
                  </a:lnTo>
                  <a:lnTo>
                    <a:pt x="318213" y="12573"/>
                  </a:lnTo>
                  <a:lnTo>
                    <a:pt x="303911" y="12573"/>
                  </a:lnTo>
                  <a:lnTo>
                    <a:pt x="303911" y="9905"/>
                  </a:lnTo>
                  <a:close/>
                </a:path>
                <a:path w="632459" h="44450">
                  <a:moveTo>
                    <a:pt x="318743" y="13462"/>
                  </a:moveTo>
                  <a:lnTo>
                    <a:pt x="312928" y="13462"/>
                  </a:lnTo>
                  <a:lnTo>
                    <a:pt x="313436" y="13843"/>
                  </a:lnTo>
                  <a:lnTo>
                    <a:pt x="314039" y="14477"/>
                  </a:lnTo>
                  <a:lnTo>
                    <a:pt x="315086" y="34671"/>
                  </a:lnTo>
                  <a:lnTo>
                    <a:pt x="319278" y="34671"/>
                  </a:lnTo>
                  <a:lnTo>
                    <a:pt x="319211" y="15240"/>
                  </a:lnTo>
                  <a:lnTo>
                    <a:pt x="318843" y="13843"/>
                  </a:lnTo>
                  <a:lnTo>
                    <a:pt x="318743" y="13462"/>
                  </a:lnTo>
                  <a:close/>
                </a:path>
                <a:path w="632459" h="44450">
                  <a:moveTo>
                    <a:pt x="312293" y="13207"/>
                  </a:moveTo>
                  <a:lnTo>
                    <a:pt x="308800" y="13207"/>
                  </a:lnTo>
                  <a:lnTo>
                    <a:pt x="307657" y="13462"/>
                  </a:lnTo>
                  <a:lnTo>
                    <a:pt x="312928" y="13462"/>
                  </a:lnTo>
                  <a:lnTo>
                    <a:pt x="312293" y="13207"/>
                  </a:lnTo>
                  <a:close/>
                </a:path>
                <a:path w="632459" h="44450">
                  <a:moveTo>
                    <a:pt x="313944" y="9017"/>
                  </a:moveTo>
                  <a:lnTo>
                    <a:pt x="310134" y="9017"/>
                  </a:lnTo>
                  <a:lnTo>
                    <a:pt x="308863" y="9398"/>
                  </a:lnTo>
                  <a:lnTo>
                    <a:pt x="307594" y="9905"/>
                  </a:lnTo>
                  <a:lnTo>
                    <a:pt x="306324" y="10541"/>
                  </a:lnTo>
                  <a:lnTo>
                    <a:pt x="305180" y="11429"/>
                  </a:lnTo>
                  <a:lnTo>
                    <a:pt x="303911" y="12573"/>
                  </a:lnTo>
                  <a:lnTo>
                    <a:pt x="318213" y="12573"/>
                  </a:lnTo>
                  <a:lnTo>
                    <a:pt x="317246" y="11429"/>
                  </a:lnTo>
                  <a:lnTo>
                    <a:pt x="315849" y="9905"/>
                  </a:lnTo>
                  <a:lnTo>
                    <a:pt x="313944" y="9017"/>
                  </a:lnTo>
                  <a:close/>
                </a:path>
                <a:path w="632459" h="44450">
                  <a:moveTo>
                    <a:pt x="330200" y="0"/>
                  </a:moveTo>
                  <a:lnTo>
                    <a:pt x="325247" y="0"/>
                  </a:lnTo>
                  <a:lnTo>
                    <a:pt x="326263" y="12826"/>
                  </a:lnTo>
                  <a:lnTo>
                    <a:pt x="329311" y="12826"/>
                  </a:lnTo>
                  <a:lnTo>
                    <a:pt x="330200" y="0"/>
                  </a:lnTo>
                  <a:close/>
                </a:path>
                <a:path w="632459" h="44450">
                  <a:moveTo>
                    <a:pt x="347345" y="34671"/>
                  </a:moveTo>
                  <a:lnTo>
                    <a:pt x="339699" y="34671"/>
                  </a:lnTo>
                  <a:lnTo>
                    <a:pt x="341122" y="35178"/>
                  </a:lnTo>
                  <a:lnTo>
                    <a:pt x="345566" y="35178"/>
                  </a:lnTo>
                  <a:lnTo>
                    <a:pt x="347345" y="34671"/>
                  </a:lnTo>
                  <a:close/>
                </a:path>
                <a:path w="632459" h="44450">
                  <a:moveTo>
                    <a:pt x="340359" y="13207"/>
                  </a:moveTo>
                  <a:lnTo>
                    <a:pt x="336169" y="13207"/>
                  </a:lnTo>
                  <a:lnTo>
                    <a:pt x="336208" y="29972"/>
                  </a:lnTo>
                  <a:lnTo>
                    <a:pt x="336803" y="31876"/>
                  </a:lnTo>
                  <a:lnTo>
                    <a:pt x="338074" y="33274"/>
                  </a:lnTo>
                  <a:lnTo>
                    <a:pt x="339471" y="34671"/>
                  </a:lnTo>
                  <a:lnTo>
                    <a:pt x="348107" y="34671"/>
                  </a:lnTo>
                  <a:lnTo>
                    <a:pt x="348107" y="31242"/>
                  </a:lnTo>
                  <a:lnTo>
                    <a:pt x="342392" y="31242"/>
                  </a:lnTo>
                  <a:lnTo>
                    <a:pt x="341375" y="30733"/>
                  </a:lnTo>
                  <a:lnTo>
                    <a:pt x="341122" y="30479"/>
                  </a:lnTo>
                  <a:lnTo>
                    <a:pt x="340868" y="29972"/>
                  </a:lnTo>
                  <a:lnTo>
                    <a:pt x="340613" y="29337"/>
                  </a:lnTo>
                  <a:lnTo>
                    <a:pt x="340486" y="28701"/>
                  </a:lnTo>
                  <a:lnTo>
                    <a:pt x="340359" y="13207"/>
                  </a:lnTo>
                  <a:close/>
                </a:path>
                <a:path w="632459" h="44450">
                  <a:moveTo>
                    <a:pt x="348107" y="30733"/>
                  </a:moveTo>
                  <a:lnTo>
                    <a:pt x="346075" y="31242"/>
                  </a:lnTo>
                  <a:lnTo>
                    <a:pt x="348107" y="31242"/>
                  </a:lnTo>
                  <a:lnTo>
                    <a:pt x="348107" y="30733"/>
                  </a:lnTo>
                  <a:close/>
                </a:path>
                <a:path w="632459" h="44450">
                  <a:moveTo>
                    <a:pt x="348107" y="9778"/>
                  </a:moveTo>
                  <a:lnTo>
                    <a:pt x="333375" y="9778"/>
                  </a:lnTo>
                  <a:lnTo>
                    <a:pt x="333375" y="13207"/>
                  </a:lnTo>
                  <a:lnTo>
                    <a:pt x="348107" y="13207"/>
                  </a:lnTo>
                  <a:lnTo>
                    <a:pt x="348107" y="9778"/>
                  </a:lnTo>
                  <a:close/>
                </a:path>
                <a:path w="632459" h="44450">
                  <a:moveTo>
                    <a:pt x="340359" y="2540"/>
                  </a:moveTo>
                  <a:lnTo>
                    <a:pt x="336169" y="2540"/>
                  </a:lnTo>
                  <a:lnTo>
                    <a:pt x="336169" y="9778"/>
                  </a:lnTo>
                  <a:lnTo>
                    <a:pt x="340359" y="9778"/>
                  </a:lnTo>
                  <a:lnTo>
                    <a:pt x="340359" y="2540"/>
                  </a:lnTo>
                  <a:close/>
                </a:path>
                <a:path w="632459" h="44450">
                  <a:moveTo>
                    <a:pt x="382778" y="33527"/>
                  </a:moveTo>
                  <a:lnTo>
                    <a:pt x="370586" y="33527"/>
                  </a:lnTo>
                  <a:lnTo>
                    <a:pt x="371728" y="34163"/>
                  </a:lnTo>
                  <a:lnTo>
                    <a:pt x="372787" y="34671"/>
                  </a:lnTo>
                  <a:lnTo>
                    <a:pt x="373380" y="34925"/>
                  </a:lnTo>
                  <a:lnTo>
                    <a:pt x="374396" y="35178"/>
                  </a:lnTo>
                  <a:lnTo>
                    <a:pt x="375538" y="35432"/>
                  </a:lnTo>
                  <a:lnTo>
                    <a:pt x="379857" y="35432"/>
                  </a:lnTo>
                  <a:lnTo>
                    <a:pt x="382270" y="34163"/>
                  </a:lnTo>
                  <a:lnTo>
                    <a:pt x="382778" y="33527"/>
                  </a:lnTo>
                  <a:close/>
                </a:path>
                <a:path w="632459" h="44450">
                  <a:moveTo>
                    <a:pt x="370586" y="0"/>
                  </a:moveTo>
                  <a:lnTo>
                    <a:pt x="366395" y="0"/>
                  </a:lnTo>
                  <a:lnTo>
                    <a:pt x="366395" y="34671"/>
                  </a:lnTo>
                  <a:lnTo>
                    <a:pt x="370332" y="34671"/>
                  </a:lnTo>
                  <a:lnTo>
                    <a:pt x="370586" y="33527"/>
                  </a:lnTo>
                  <a:lnTo>
                    <a:pt x="382778" y="33527"/>
                  </a:lnTo>
                  <a:lnTo>
                    <a:pt x="384301" y="31623"/>
                  </a:lnTo>
                  <a:lnTo>
                    <a:pt x="374523" y="31623"/>
                  </a:lnTo>
                  <a:lnTo>
                    <a:pt x="373380" y="31242"/>
                  </a:lnTo>
                  <a:lnTo>
                    <a:pt x="372787" y="31242"/>
                  </a:lnTo>
                  <a:lnTo>
                    <a:pt x="371601" y="30733"/>
                  </a:lnTo>
                  <a:lnTo>
                    <a:pt x="370586" y="30225"/>
                  </a:lnTo>
                  <a:lnTo>
                    <a:pt x="370586" y="15875"/>
                  </a:lnTo>
                  <a:lnTo>
                    <a:pt x="371475" y="15113"/>
                  </a:lnTo>
                  <a:lnTo>
                    <a:pt x="372618" y="14350"/>
                  </a:lnTo>
                  <a:lnTo>
                    <a:pt x="374903" y="13335"/>
                  </a:lnTo>
                  <a:lnTo>
                    <a:pt x="376047" y="13080"/>
                  </a:lnTo>
                  <a:lnTo>
                    <a:pt x="385268" y="13080"/>
                  </a:lnTo>
                  <a:lnTo>
                    <a:pt x="384718" y="12319"/>
                  </a:lnTo>
                  <a:lnTo>
                    <a:pt x="370586" y="12319"/>
                  </a:lnTo>
                  <a:lnTo>
                    <a:pt x="370586" y="0"/>
                  </a:lnTo>
                  <a:close/>
                </a:path>
                <a:path w="632459" h="44450">
                  <a:moveTo>
                    <a:pt x="385268" y="13080"/>
                  </a:moveTo>
                  <a:lnTo>
                    <a:pt x="379222" y="13080"/>
                  </a:lnTo>
                  <a:lnTo>
                    <a:pt x="380619" y="13843"/>
                  </a:lnTo>
                  <a:lnTo>
                    <a:pt x="381634" y="15367"/>
                  </a:lnTo>
                  <a:lnTo>
                    <a:pt x="382524" y="16891"/>
                  </a:lnTo>
                  <a:lnTo>
                    <a:pt x="382905" y="19176"/>
                  </a:lnTo>
                  <a:lnTo>
                    <a:pt x="382905" y="25400"/>
                  </a:lnTo>
                  <a:lnTo>
                    <a:pt x="378205" y="31623"/>
                  </a:lnTo>
                  <a:lnTo>
                    <a:pt x="384301" y="31623"/>
                  </a:lnTo>
                  <a:lnTo>
                    <a:pt x="386227" y="29337"/>
                  </a:lnTo>
                  <a:lnTo>
                    <a:pt x="386710" y="27813"/>
                  </a:lnTo>
                  <a:lnTo>
                    <a:pt x="387223" y="25907"/>
                  </a:lnTo>
                  <a:lnTo>
                    <a:pt x="387223" y="17779"/>
                  </a:lnTo>
                  <a:lnTo>
                    <a:pt x="386746" y="15875"/>
                  </a:lnTo>
                  <a:lnTo>
                    <a:pt x="386619" y="15367"/>
                  </a:lnTo>
                  <a:lnTo>
                    <a:pt x="386556" y="15113"/>
                  </a:lnTo>
                  <a:lnTo>
                    <a:pt x="386461" y="14731"/>
                  </a:lnTo>
                  <a:lnTo>
                    <a:pt x="385268" y="13080"/>
                  </a:lnTo>
                  <a:close/>
                </a:path>
                <a:path w="632459" h="44450">
                  <a:moveTo>
                    <a:pt x="381000" y="9017"/>
                  </a:moveTo>
                  <a:lnTo>
                    <a:pt x="376682" y="9017"/>
                  </a:lnTo>
                  <a:lnTo>
                    <a:pt x="375284" y="9398"/>
                  </a:lnTo>
                  <a:lnTo>
                    <a:pt x="372745" y="10668"/>
                  </a:lnTo>
                  <a:lnTo>
                    <a:pt x="371601" y="11429"/>
                  </a:lnTo>
                  <a:lnTo>
                    <a:pt x="370586" y="12319"/>
                  </a:lnTo>
                  <a:lnTo>
                    <a:pt x="384718" y="12319"/>
                  </a:lnTo>
                  <a:lnTo>
                    <a:pt x="383159" y="10160"/>
                  </a:lnTo>
                  <a:lnTo>
                    <a:pt x="381000" y="9017"/>
                  </a:lnTo>
                  <a:close/>
                </a:path>
                <a:path w="632459" h="44450">
                  <a:moveTo>
                    <a:pt x="403732" y="9017"/>
                  </a:moveTo>
                  <a:lnTo>
                    <a:pt x="398780" y="9017"/>
                  </a:lnTo>
                  <a:lnTo>
                    <a:pt x="395986" y="10287"/>
                  </a:lnTo>
                  <a:lnTo>
                    <a:pt x="391668" y="15113"/>
                  </a:lnTo>
                  <a:lnTo>
                    <a:pt x="390895" y="17525"/>
                  </a:lnTo>
                  <a:lnTo>
                    <a:pt x="390651" y="18415"/>
                  </a:lnTo>
                  <a:lnTo>
                    <a:pt x="390651" y="26543"/>
                  </a:lnTo>
                  <a:lnTo>
                    <a:pt x="391703" y="29464"/>
                  </a:lnTo>
                  <a:lnTo>
                    <a:pt x="391922" y="29845"/>
                  </a:lnTo>
                  <a:lnTo>
                    <a:pt x="393953" y="31876"/>
                  </a:lnTo>
                  <a:lnTo>
                    <a:pt x="396113" y="34163"/>
                  </a:lnTo>
                  <a:lnTo>
                    <a:pt x="399288" y="35305"/>
                  </a:lnTo>
                  <a:lnTo>
                    <a:pt x="404495" y="35305"/>
                  </a:lnTo>
                  <a:lnTo>
                    <a:pt x="408304" y="34544"/>
                  </a:lnTo>
                  <a:lnTo>
                    <a:pt x="409194" y="34163"/>
                  </a:lnTo>
                  <a:lnTo>
                    <a:pt x="409955" y="33908"/>
                  </a:lnTo>
                  <a:lnTo>
                    <a:pt x="411226" y="33400"/>
                  </a:lnTo>
                  <a:lnTo>
                    <a:pt x="411734" y="33147"/>
                  </a:lnTo>
                  <a:lnTo>
                    <a:pt x="411734" y="31623"/>
                  </a:lnTo>
                  <a:lnTo>
                    <a:pt x="400557" y="31623"/>
                  </a:lnTo>
                  <a:lnTo>
                    <a:pt x="398526" y="30861"/>
                  </a:lnTo>
                  <a:lnTo>
                    <a:pt x="397245" y="29464"/>
                  </a:lnTo>
                  <a:lnTo>
                    <a:pt x="395605" y="27813"/>
                  </a:lnTo>
                  <a:lnTo>
                    <a:pt x="394970" y="25526"/>
                  </a:lnTo>
                  <a:lnTo>
                    <a:pt x="394970" y="22605"/>
                  </a:lnTo>
                  <a:lnTo>
                    <a:pt x="412242" y="22605"/>
                  </a:lnTo>
                  <a:lnTo>
                    <a:pt x="412242" y="19430"/>
                  </a:lnTo>
                  <a:lnTo>
                    <a:pt x="394970" y="19430"/>
                  </a:lnTo>
                  <a:lnTo>
                    <a:pt x="394970" y="18415"/>
                  </a:lnTo>
                  <a:lnTo>
                    <a:pt x="395224" y="17525"/>
                  </a:lnTo>
                  <a:lnTo>
                    <a:pt x="395550" y="16764"/>
                  </a:lnTo>
                  <a:lnTo>
                    <a:pt x="395859" y="15875"/>
                  </a:lnTo>
                  <a:lnTo>
                    <a:pt x="396367" y="15113"/>
                  </a:lnTo>
                  <a:lnTo>
                    <a:pt x="397509" y="13970"/>
                  </a:lnTo>
                  <a:lnTo>
                    <a:pt x="398399" y="13335"/>
                  </a:lnTo>
                  <a:lnTo>
                    <a:pt x="399161" y="13080"/>
                  </a:lnTo>
                  <a:lnTo>
                    <a:pt x="410559" y="13080"/>
                  </a:lnTo>
                  <a:lnTo>
                    <a:pt x="409448" y="11811"/>
                  </a:lnTo>
                  <a:lnTo>
                    <a:pt x="408559" y="10922"/>
                  </a:lnTo>
                  <a:lnTo>
                    <a:pt x="407712" y="10287"/>
                  </a:lnTo>
                  <a:lnTo>
                    <a:pt x="407966" y="10287"/>
                  </a:lnTo>
                  <a:lnTo>
                    <a:pt x="406273" y="9778"/>
                  </a:lnTo>
                  <a:lnTo>
                    <a:pt x="405130" y="9271"/>
                  </a:lnTo>
                  <a:lnTo>
                    <a:pt x="403732" y="9017"/>
                  </a:lnTo>
                  <a:close/>
                </a:path>
                <a:path w="632459" h="44450">
                  <a:moveTo>
                    <a:pt x="411734" y="28575"/>
                  </a:moveTo>
                  <a:lnTo>
                    <a:pt x="411480" y="28575"/>
                  </a:lnTo>
                  <a:lnTo>
                    <a:pt x="411099" y="28828"/>
                  </a:lnTo>
                  <a:lnTo>
                    <a:pt x="410464" y="29464"/>
                  </a:lnTo>
                  <a:lnTo>
                    <a:pt x="410209" y="29464"/>
                  </a:lnTo>
                  <a:lnTo>
                    <a:pt x="409701" y="29845"/>
                  </a:lnTo>
                  <a:lnTo>
                    <a:pt x="409067" y="30099"/>
                  </a:lnTo>
                  <a:lnTo>
                    <a:pt x="407543" y="30861"/>
                  </a:lnTo>
                  <a:lnTo>
                    <a:pt x="406399" y="31242"/>
                  </a:lnTo>
                  <a:lnTo>
                    <a:pt x="405892" y="31242"/>
                  </a:lnTo>
                  <a:lnTo>
                    <a:pt x="404558" y="31623"/>
                  </a:lnTo>
                  <a:lnTo>
                    <a:pt x="411734" y="31623"/>
                  </a:lnTo>
                  <a:lnTo>
                    <a:pt x="411734" y="28575"/>
                  </a:lnTo>
                  <a:close/>
                </a:path>
                <a:path w="632459" h="44450">
                  <a:moveTo>
                    <a:pt x="410478" y="13080"/>
                  </a:moveTo>
                  <a:lnTo>
                    <a:pt x="405045" y="13080"/>
                  </a:lnTo>
                  <a:lnTo>
                    <a:pt x="405638" y="13335"/>
                  </a:lnTo>
                  <a:lnTo>
                    <a:pt x="406247" y="13970"/>
                  </a:lnTo>
                  <a:lnTo>
                    <a:pt x="406653" y="14477"/>
                  </a:lnTo>
                  <a:lnTo>
                    <a:pt x="407225" y="15113"/>
                  </a:lnTo>
                  <a:lnTo>
                    <a:pt x="407564" y="15875"/>
                  </a:lnTo>
                  <a:lnTo>
                    <a:pt x="407742" y="16764"/>
                  </a:lnTo>
                  <a:lnTo>
                    <a:pt x="407942" y="17525"/>
                  </a:lnTo>
                  <a:lnTo>
                    <a:pt x="408065" y="18415"/>
                  </a:lnTo>
                  <a:lnTo>
                    <a:pt x="408178" y="19430"/>
                  </a:lnTo>
                  <a:lnTo>
                    <a:pt x="412242" y="19430"/>
                  </a:lnTo>
                  <a:lnTo>
                    <a:pt x="412242" y="18415"/>
                  </a:lnTo>
                  <a:lnTo>
                    <a:pt x="412105" y="17525"/>
                  </a:lnTo>
                  <a:lnTo>
                    <a:pt x="411988" y="16764"/>
                  </a:lnTo>
                  <a:lnTo>
                    <a:pt x="410972" y="13970"/>
                  </a:lnTo>
                  <a:lnTo>
                    <a:pt x="410478" y="13080"/>
                  </a:lnTo>
                  <a:close/>
                </a:path>
                <a:path w="632459" h="44450">
                  <a:moveTo>
                    <a:pt x="443611" y="34798"/>
                  </a:moveTo>
                  <a:lnTo>
                    <a:pt x="435906" y="34798"/>
                  </a:lnTo>
                  <a:lnTo>
                    <a:pt x="438023" y="35432"/>
                  </a:lnTo>
                  <a:lnTo>
                    <a:pt x="440435" y="35432"/>
                  </a:lnTo>
                  <a:lnTo>
                    <a:pt x="443611" y="34798"/>
                  </a:lnTo>
                  <a:close/>
                </a:path>
                <a:path w="632459" h="44450">
                  <a:moveTo>
                    <a:pt x="442976" y="9144"/>
                  </a:moveTo>
                  <a:lnTo>
                    <a:pt x="438827" y="9144"/>
                  </a:lnTo>
                  <a:lnTo>
                    <a:pt x="437430" y="9525"/>
                  </a:lnTo>
                  <a:lnTo>
                    <a:pt x="437642" y="9525"/>
                  </a:lnTo>
                  <a:lnTo>
                    <a:pt x="436371" y="10160"/>
                  </a:lnTo>
                  <a:lnTo>
                    <a:pt x="435165" y="10795"/>
                  </a:lnTo>
                  <a:lnTo>
                    <a:pt x="434213" y="11429"/>
                  </a:lnTo>
                  <a:lnTo>
                    <a:pt x="433324" y="12573"/>
                  </a:lnTo>
                  <a:lnTo>
                    <a:pt x="432307" y="13716"/>
                  </a:lnTo>
                  <a:lnTo>
                    <a:pt x="431546" y="15113"/>
                  </a:lnTo>
                  <a:lnTo>
                    <a:pt x="430985" y="16891"/>
                  </a:lnTo>
                  <a:lnTo>
                    <a:pt x="430403" y="18288"/>
                  </a:lnTo>
                  <a:lnTo>
                    <a:pt x="430267" y="19303"/>
                  </a:lnTo>
                  <a:lnTo>
                    <a:pt x="430250" y="25273"/>
                  </a:lnTo>
                  <a:lnTo>
                    <a:pt x="430403" y="26416"/>
                  </a:lnTo>
                  <a:lnTo>
                    <a:pt x="430688" y="27558"/>
                  </a:lnTo>
                  <a:lnTo>
                    <a:pt x="430784" y="27940"/>
                  </a:lnTo>
                  <a:lnTo>
                    <a:pt x="436067" y="34798"/>
                  </a:lnTo>
                  <a:lnTo>
                    <a:pt x="443060" y="34798"/>
                  </a:lnTo>
                  <a:lnTo>
                    <a:pt x="444119" y="34163"/>
                  </a:lnTo>
                  <a:lnTo>
                    <a:pt x="444753" y="33908"/>
                  </a:lnTo>
                  <a:lnTo>
                    <a:pt x="445134" y="33527"/>
                  </a:lnTo>
                  <a:lnTo>
                    <a:pt x="445643" y="33147"/>
                  </a:lnTo>
                  <a:lnTo>
                    <a:pt x="446913" y="32130"/>
                  </a:lnTo>
                  <a:lnTo>
                    <a:pt x="451103" y="32130"/>
                  </a:lnTo>
                  <a:lnTo>
                    <a:pt x="451103" y="31369"/>
                  </a:lnTo>
                  <a:lnTo>
                    <a:pt x="438276" y="31369"/>
                  </a:lnTo>
                  <a:lnTo>
                    <a:pt x="436880" y="30606"/>
                  </a:lnTo>
                  <a:lnTo>
                    <a:pt x="435863" y="29082"/>
                  </a:lnTo>
                  <a:lnTo>
                    <a:pt x="434975" y="27558"/>
                  </a:lnTo>
                  <a:lnTo>
                    <a:pt x="434467" y="25273"/>
                  </a:lnTo>
                  <a:lnTo>
                    <a:pt x="434467" y="19303"/>
                  </a:lnTo>
                  <a:lnTo>
                    <a:pt x="435101" y="16891"/>
                  </a:lnTo>
                  <a:lnTo>
                    <a:pt x="436372" y="15367"/>
                  </a:lnTo>
                  <a:lnTo>
                    <a:pt x="437515" y="13716"/>
                  </a:lnTo>
                  <a:lnTo>
                    <a:pt x="439293" y="12953"/>
                  </a:lnTo>
                  <a:lnTo>
                    <a:pt x="451103" y="12953"/>
                  </a:lnTo>
                  <a:lnTo>
                    <a:pt x="451103" y="10795"/>
                  </a:lnTo>
                  <a:lnTo>
                    <a:pt x="446913" y="10795"/>
                  </a:lnTo>
                  <a:lnTo>
                    <a:pt x="445897" y="10160"/>
                  </a:lnTo>
                  <a:lnTo>
                    <a:pt x="444880" y="9778"/>
                  </a:lnTo>
                  <a:lnTo>
                    <a:pt x="443992" y="9525"/>
                  </a:lnTo>
                  <a:lnTo>
                    <a:pt x="442976" y="9144"/>
                  </a:lnTo>
                  <a:close/>
                </a:path>
                <a:path w="632459" h="44450">
                  <a:moveTo>
                    <a:pt x="451103" y="32130"/>
                  </a:moveTo>
                  <a:lnTo>
                    <a:pt x="446913" y="32130"/>
                  </a:lnTo>
                  <a:lnTo>
                    <a:pt x="446913" y="34798"/>
                  </a:lnTo>
                  <a:lnTo>
                    <a:pt x="451103" y="34798"/>
                  </a:lnTo>
                  <a:lnTo>
                    <a:pt x="451103" y="32130"/>
                  </a:lnTo>
                  <a:close/>
                </a:path>
                <a:path w="632459" h="44450">
                  <a:moveTo>
                    <a:pt x="451103" y="12953"/>
                  </a:moveTo>
                  <a:lnTo>
                    <a:pt x="443230" y="12953"/>
                  </a:lnTo>
                  <a:lnTo>
                    <a:pt x="444119" y="13207"/>
                  </a:lnTo>
                  <a:lnTo>
                    <a:pt x="444880" y="13335"/>
                  </a:lnTo>
                  <a:lnTo>
                    <a:pt x="445897" y="13716"/>
                  </a:lnTo>
                  <a:lnTo>
                    <a:pt x="446913" y="14224"/>
                  </a:lnTo>
                  <a:lnTo>
                    <a:pt x="446913" y="28575"/>
                  </a:lnTo>
                  <a:lnTo>
                    <a:pt x="441451" y="31369"/>
                  </a:lnTo>
                  <a:lnTo>
                    <a:pt x="451103" y="31369"/>
                  </a:lnTo>
                  <a:lnTo>
                    <a:pt x="451103" y="12953"/>
                  </a:lnTo>
                  <a:close/>
                </a:path>
                <a:path w="632459" h="44450">
                  <a:moveTo>
                    <a:pt x="451103" y="0"/>
                  </a:moveTo>
                  <a:lnTo>
                    <a:pt x="446913" y="0"/>
                  </a:lnTo>
                  <a:lnTo>
                    <a:pt x="446913" y="10795"/>
                  </a:lnTo>
                  <a:lnTo>
                    <a:pt x="451103" y="10795"/>
                  </a:lnTo>
                  <a:lnTo>
                    <a:pt x="451103" y="0"/>
                  </a:lnTo>
                  <a:close/>
                </a:path>
                <a:path w="632459" h="44450">
                  <a:moveTo>
                    <a:pt x="462153" y="9778"/>
                  </a:moveTo>
                  <a:lnTo>
                    <a:pt x="457961" y="9778"/>
                  </a:lnTo>
                  <a:lnTo>
                    <a:pt x="457961" y="34671"/>
                  </a:lnTo>
                  <a:lnTo>
                    <a:pt x="462153" y="34671"/>
                  </a:lnTo>
                  <a:lnTo>
                    <a:pt x="462153" y="9778"/>
                  </a:lnTo>
                  <a:close/>
                </a:path>
                <a:path w="632459" h="44450">
                  <a:moveTo>
                    <a:pt x="462534" y="1270"/>
                  </a:moveTo>
                  <a:lnTo>
                    <a:pt x="457707" y="1270"/>
                  </a:lnTo>
                  <a:lnTo>
                    <a:pt x="457707" y="5588"/>
                  </a:lnTo>
                  <a:lnTo>
                    <a:pt x="462534" y="5588"/>
                  </a:lnTo>
                  <a:lnTo>
                    <a:pt x="462534" y="1270"/>
                  </a:lnTo>
                  <a:close/>
                </a:path>
                <a:path w="632459" h="44450">
                  <a:moveTo>
                    <a:pt x="467359" y="28448"/>
                  </a:moveTo>
                  <a:lnTo>
                    <a:pt x="467105" y="28448"/>
                  </a:lnTo>
                  <a:lnTo>
                    <a:pt x="467105" y="33147"/>
                  </a:lnTo>
                  <a:lnTo>
                    <a:pt x="473709" y="35305"/>
                  </a:lnTo>
                  <a:lnTo>
                    <a:pt x="477138" y="35305"/>
                  </a:lnTo>
                  <a:lnTo>
                    <a:pt x="484124" y="31496"/>
                  </a:lnTo>
                  <a:lnTo>
                    <a:pt x="473392" y="31496"/>
                  </a:lnTo>
                  <a:lnTo>
                    <a:pt x="472059" y="31115"/>
                  </a:lnTo>
                  <a:lnTo>
                    <a:pt x="471297" y="30861"/>
                  </a:lnTo>
                  <a:lnTo>
                    <a:pt x="470026" y="30225"/>
                  </a:lnTo>
                  <a:lnTo>
                    <a:pt x="469138" y="29718"/>
                  </a:lnTo>
                  <a:lnTo>
                    <a:pt x="468968" y="29718"/>
                  </a:lnTo>
                  <a:lnTo>
                    <a:pt x="468122" y="29082"/>
                  </a:lnTo>
                  <a:lnTo>
                    <a:pt x="467741" y="28828"/>
                  </a:lnTo>
                  <a:lnTo>
                    <a:pt x="467359" y="28448"/>
                  </a:lnTo>
                  <a:close/>
                </a:path>
                <a:path w="632459" h="44450">
                  <a:moveTo>
                    <a:pt x="484793" y="24383"/>
                  </a:moveTo>
                  <a:lnTo>
                    <a:pt x="476630" y="24383"/>
                  </a:lnTo>
                  <a:lnTo>
                    <a:pt x="478536" y="24892"/>
                  </a:lnTo>
                  <a:lnTo>
                    <a:pt x="479551" y="25273"/>
                  </a:lnTo>
                  <a:lnTo>
                    <a:pt x="480568" y="26289"/>
                  </a:lnTo>
                  <a:lnTo>
                    <a:pt x="480822" y="27050"/>
                  </a:lnTo>
                  <a:lnTo>
                    <a:pt x="480822" y="29718"/>
                  </a:lnTo>
                  <a:lnTo>
                    <a:pt x="480652" y="29718"/>
                  </a:lnTo>
                  <a:lnTo>
                    <a:pt x="480313" y="30225"/>
                  </a:lnTo>
                  <a:lnTo>
                    <a:pt x="479932" y="30606"/>
                  </a:lnTo>
                  <a:lnTo>
                    <a:pt x="479425" y="30861"/>
                  </a:lnTo>
                  <a:lnTo>
                    <a:pt x="479044" y="31115"/>
                  </a:lnTo>
                  <a:lnTo>
                    <a:pt x="478091" y="31496"/>
                  </a:lnTo>
                  <a:lnTo>
                    <a:pt x="484124" y="31496"/>
                  </a:lnTo>
                  <a:lnTo>
                    <a:pt x="484287" y="31115"/>
                  </a:lnTo>
                  <a:lnTo>
                    <a:pt x="484396" y="30861"/>
                  </a:lnTo>
                  <a:lnTo>
                    <a:pt x="484505" y="30606"/>
                  </a:lnTo>
                  <a:lnTo>
                    <a:pt x="484949" y="29718"/>
                  </a:lnTo>
                  <a:lnTo>
                    <a:pt x="484932" y="24892"/>
                  </a:lnTo>
                  <a:lnTo>
                    <a:pt x="484793" y="24383"/>
                  </a:lnTo>
                  <a:close/>
                </a:path>
                <a:path w="632459" h="44450">
                  <a:moveTo>
                    <a:pt x="474218" y="23875"/>
                  </a:moveTo>
                  <a:lnTo>
                    <a:pt x="473329" y="23875"/>
                  </a:lnTo>
                  <a:lnTo>
                    <a:pt x="476884" y="24383"/>
                  </a:lnTo>
                  <a:lnTo>
                    <a:pt x="475996" y="24383"/>
                  </a:lnTo>
                  <a:lnTo>
                    <a:pt x="474218" y="23875"/>
                  </a:lnTo>
                  <a:close/>
                </a:path>
                <a:path w="632459" h="44450">
                  <a:moveTo>
                    <a:pt x="475614" y="20066"/>
                  </a:moveTo>
                  <a:lnTo>
                    <a:pt x="467811" y="20066"/>
                  </a:lnTo>
                  <a:lnTo>
                    <a:pt x="469392" y="22098"/>
                  </a:lnTo>
                  <a:lnTo>
                    <a:pt x="470788" y="22987"/>
                  </a:lnTo>
                  <a:lnTo>
                    <a:pt x="472694" y="23495"/>
                  </a:lnTo>
                  <a:lnTo>
                    <a:pt x="473836" y="23875"/>
                  </a:lnTo>
                  <a:lnTo>
                    <a:pt x="484422" y="23875"/>
                  </a:lnTo>
                  <a:lnTo>
                    <a:pt x="482853" y="22098"/>
                  </a:lnTo>
                  <a:lnTo>
                    <a:pt x="481457" y="21336"/>
                  </a:lnTo>
                  <a:lnTo>
                    <a:pt x="479551" y="20827"/>
                  </a:lnTo>
                  <a:lnTo>
                    <a:pt x="478790" y="20574"/>
                  </a:lnTo>
                  <a:lnTo>
                    <a:pt x="475614" y="20066"/>
                  </a:lnTo>
                  <a:close/>
                </a:path>
                <a:path w="632459" h="44450">
                  <a:moveTo>
                    <a:pt x="479298" y="9271"/>
                  </a:moveTo>
                  <a:lnTo>
                    <a:pt x="473328" y="9271"/>
                  </a:lnTo>
                  <a:lnTo>
                    <a:pt x="471043" y="10032"/>
                  </a:lnTo>
                  <a:lnTo>
                    <a:pt x="471273" y="10032"/>
                  </a:lnTo>
                  <a:lnTo>
                    <a:pt x="468122" y="12700"/>
                  </a:lnTo>
                  <a:lnTo>
                    <a:pt x="467423" y="14097"/>
                  </a:lnTo>
                  <a:lnTo>
                    <a:pt x="467232" y="14604"/>
                  </a:lnTo>
                  <a:lnTo>
                    <a:pt x="467267" y="18542"/>
                  </a:lnTo>
                  <a:lnTo>
                    <a:pt x="467683" y="20066"/>
                  </a:lnTo>
                  <a:lnTo>
                    <a:pt x="475953" y="20066"/>
                  </a:lnTo>
                  <a:lnTo>
                    <a:pt x="473836" y="19430"/>
                  </a:lnTo>
                  <a:lnTo>
                    <a:pt x="472948" y="19050"/>
                  </a:lnTo>
                  <a:lnTo>
                    <a:pt x="472313" y="18542"/>
                  </a:lnTo>
                  <a:lnTo>
                    <a:pt x="471805" y="18033"/>
                  </a:lnTo>
                  <a:lnTo>
                    <a:pt x="471551" y="17272"/>
                  </a:lnTo>
                  <a:lnTo>
                    <a:pt x="471551" y="14986"/>
                  </a:lnTo>
                  <a:lnTo>
                    <a:pt x="472059" y="14097"/>
                  </a:lnTo>
                  <a:lnTo>
                    <a:pt x="472948" y="13589"/>
                  </a:lnTo>
                  <a:lnTo>
                    <a:pt x="473963" y="12953"/>
                  </a:lnTo>
                  <a:lnTo>
                    <a:pt x="475107" y="12700"/>
                  </a:lnTo>
                  <a:lnTo>
                    <a:pt x="484251" y="12700"/>
                  </a:lnTo>
                  <a:lnTo>
                    <a:pt x="484251" y="10922"/>
                  </a:lnTo>
                  <a:lnTo>
                    <a:pt x="483234" y="10414"/>
                  </a:lnTo>
                  <a:lnTo>
                    <a:pt x="482092" y="10032"/>
                  </a:lnTo>
                  <a:lnTo>
                    <a:pt x="479298" y="9271"/>
                  </a:lnTo>
                  <a:close/>
                </a:path>
                <a:path w="632459" h="44450">
                  <a:moveTo>
                    <a:pt x="484251" y="12700"/>
                  </a:moveTo>
                  <a:lnTo>
                    <a:pt x="477774" y="12700"/>
                  </a:lnTo>
                  <a:lnTo>
                    <a:pt x="479171" y="12953"/>
                  </a:lnTo>
                  <a:lnTo>
                    <a:pt x="480758" y="13589"/>
                  </a:lnTo>
                  <a:lnTo>
                    <a:pt x="481965" y="14097"/>
                  </a:lnTo>
                  <a:lnTo>
                    <a:pt x="482980" y="14604"/>
                  </a:lnTo>
                  <a:lnTo>
                    <a:pt x="483997" y="15494"/>
                  </a:lnTo>
                  <a:lnTo>
                    <a:pt x="484251" y="15494"/>
                  </a:lnTo>
                  <a:lnTo>
                    <a:pt x="484251" y="12700"/>
                  </a:lnTo>
                  <a:close/>
                </a:path>
                <a:path w="632459" h="44450">
                  <a:moveTo>
                    <a:pt x="493903" y="9778"/>
                  </a:moveTo>
                  <a:lnTo>
                    <a:pt x="489711" y="9778"/>
                  </a:lnTo>
                  <a:lnTo>
                    <a:pt x="489711" y="43942"/>
                  </a:lnTo>
                  <a:lnTo>
                    <a:pt x="493903" y="43942"/>
                  </a:lnTo>
                  <a:lnTo>
                    <a:pt x="493903" y="33400"/>
                  </a:lnTo>
                  <a:lnTo>
                    <a:pt x="506014" y="33400"/>
                  </a:lnTo>
                  <a:lnTo>
                    <a:pt x="507725" y="31369"/>
                  </a:lnTo>
                  <a:lnTo>
                    <a:pt x="497459" y="31369"/>
                  </a:lnTo>
                  <a:lnTo>
                    <a:pt x="496697" y="31115"/>
                  </a:lnTo>
                  <a:lnTo>
                    <a:pt x="496273" y="31115"/>
                  </a:lnTo>
                  <a:lnTo>
                    <a:pt x="494919" y="30606"/>
                  </a:lnTo>
                  <a:lnTo>
                    <a:pt x="493903" y="29972"/>
                  </a:lnTo>
                  <a:lnTo>
                    <a:pt x="493903" y="15875"/>
                  </a:lnTo>
                  <a:lnTo>
                    <a:pt x="495934" y="14350"/>
                  </a:lnTo>
                  <a:lnTo>
                    <a:pt x="497078" y="13843"/>
                  </a:lnTo>
                  <a:lnTo>
                    <a:pt x="498094" y="13335"/>
                  </a:lnTo>
                  <a:lnTo>
                    <a:pt x="499236" y="13080"/>
                  </a:lnTo>
                  <a:lnTo>
                    <a:pt x="508677" y="13080"/>
                  </a:lnTo>
                  <a:lnTo>
                    <a:pt x="508253" y="12446"/>
                  </a:lnTo>
                  <a:lnTo>
                    <a:pt x="493903" y="12446"/>
                  </a:lnTo>
                  <a:lnTo>
                    <a:pt x="493903" y="9778"/>
                  </a:lnTo>
                  <a:close/>
                </a:path>
                <a:path w="632459" h="44450">
                  <a:moveTo>
                    <a:pt x="506014" y="33400"/>
                  </a:moveTo>
                  <a:lnTo>
                    <a:pt x="493903" y="33400"/>
                  </a:lnTo>
                  <a:lnTo>
                    <a:pt x="494919" y="34036"/>
                  </a:lnTo>
                  <a:lnTo>
                    <a:pt x="495807" y="34417"/>
                  </a:lnTo>
                  <a:lnTo>
                    <a:pt x="496824" y="34798"/>
                  </a:lnTo>
                  <a:lnTo>
                    <a:pt x="498157" y="35178"/>
                  </a:lnTo>
                  <a:lnTo>
                    <a:pt x="503174" y="35178"/>
                  </a:lnTo>
                  <a:lnTo>
                    <a:pt x="505586" y="33908"/>
                  </a:lnTo>
                  <a:lnTo>
                    <a:pt x="506014" y="33400"/>
                  </a:lnTo>
                  <a:close/>
                </a:path>
                <a:path w="632459" h="44450">
                  <a:moveTo>
                    <a:pt x="508677" y="13080"/>
                  </a:moveTo>
                  <a:lnTo>
                    <a:pt x="502538" y="13080"/>
                  </a:lnTo>
                  <a:lnTo>
                    <a:pt x="503936" y="13843"/>
                  </a:lnTo>
                  <a:lnTo>
                    <a:pt x="504951" y="15367"/>
                  </a:lnTo>
                  <a:lnTo>
                    <a:pt x="505841" y="17018"/>
                  </a:lnTo>
                  <a:lnTo>
                    <a:pt x="506222" y="19176"/>
                  </a:lnTo>
                  <a:lnTo>
                    <a:pt x="506222" y="25146"/>
                  </a:lnTo>
                  <a:lnTo>
                    <a:pt x="505713" y="27431"/>
                  </a:lnTo>
                  <a:lnTo>
                    <a:pt x="503301" y="30606"/>
                  </a:lnTo>
                  <a:lnTo>
                    <a:pt x="501523" y="31369"/>
                  </a:lnTo>
                  <a:lnTo>
                    <a:pt x="507725" y="31369"/>
                  </a:lnTo>
                  <a:lnTo>
                    <a:pt x="509651" y="29082"/>
                  </a:lnTo>
                  <a:lnTo>
                    <a:pt x="510540" y="25780"/>
                  </a:lnTo>
                  <a:lnTo>
                    <a:pt x="510540" y="17779"/>
                  </a:lnTo>
                  <a:lnTo>
                    <a:pt x="509778" y="14731"/>
                  </a:lnTo>
                  <a:lnTo>
                    <a:pt x="508677" y="13080"/>
                  </a:lnTo>
                  <a:close/>
                </a:path>
                <a:path w="632459" h="44450">
                  <a:moveTo>
                    <a:pt x="504317" y="9017"/>
                  </a:moveTo>
                  <a:lnTo>
                    <a:pt x="499999" y="9017"/>
                  </a:lnTo>
                  <a:lnTo>
                    <a:pt x="498601" y="9398"/>
                  </a:lnTo>
                  <a:lnTo>
                    <a:pt x="496061" y="10668"/>
                  </a:lnTo>
                  <a:lnTo>
                    <a:pt x="494919" y="11429"/>
                  </a:lnTo>
                  <a:lnTo>
                    <a:pt x="493757" y="12446"/>
                  </a:lnTo>
                  <a:lnTo>
                    <a:pt x="508253" y="12446"/>
                  </a:lnTo>
                  <a:lnTo>
                    <a:pt x="506603" y="10160"/>
                  </a:lnTo>
                  <a:lnTo>
                    <a:pt x="504317" y="9017"/>
                  </a:lnTo>
                  <a:close/>
                </a:path>
                <a:path w="632459" h="44450">
                  <a:moveTo>
                    <a:pt x="519938" y="0"/>
                  </a:moveTo>
                  <a:lnTo>
                    <a:pt x="515747" y="0"/>
                  </a:lnTo>
                  <a:lnTo>
                    <a:pt x="515747" y="34671"/>
                  </a:lnTo>
                  <a:lnTo>
                    <a:pt x="519938" y="34671"/>
                  </a:lnTo>
                  <a:lnTo>
                    <a:pt x="519938" y="0"/>
                  </a:lnTo>
                  <a:close/>
                </a:path>
                <a:path w="632459" h="44450">
                  <a:moveTo>
                    <a:pt x="537633" y="33908"/>
                  </a:moveTo>
                  <a:lnTo>
                    <a:pt x="527261" y="33908"/>
                  </a:lnTo>
                  <a:lnTo>
                    <a:pt x="530817" y="35432"/>
                  </a:lnTo>
                  <a:lnTo>
                    <a:pt x="535093" y="35432"/>
                  </a:lnTo>
                  <a:lnTo>
                    <a:pt x="537633" y="33908"/>
                  </a:lnTo>
                  <a:close/>
                </a:path>
                <a:path w="632459" h="44450">
                  <a:moveTo>
                    <a:pt x="544576" y="32003"/>
                  </a:moveTo>
                  <a:lnTo>
                    <a:pt x="540384" y="32003"/>
                  </a:lnTo>
                  <a:lnTo>
                    <a:pt x="540384" y="35432"/>
                  </a:lnTo>
                  <a:lnTo>
                    <a:pt x="544576" y="35432"/>
                  </a:lnTo>
                  <a:lnTo>
                    <a:pt x="544576" y="32003"/>
                  </a:lnTo>
                  <a:close/>
                </a:path>
                <a:path w="632459" h="44450">
                  <a:moveTo>
                    <a:pt x="535051" y="22098"/>
                  </a:moveTo>
                  <a:lnTo>
                    <a:pt x="526389" y="22098"/>
                  </a:lnTo>
                  <a:lnTo>
                    <a:pt x="525780" y="23114"/>
                  </a:lnTo>
                  <a:lnTo>
                    <a:pt x="525145" y="24256"/>
                  </a:lnTo>
                  <a:lnTo>
                    <a:pt x="524986" y="24892"/>
                  </a:lnTo>
                  <a:lnTo>
                    <a:pt x="524938" y="29718"/>
                  </a:lnTo>
                  <a:lnTo>
                    <a:pt x="525272" y="30606"/>
                  </a:lnTo>
                  <a:lnTo>
                    <a:pt x="525780" y="31623"/>
                  </a:lnTo>
                  <a:lnTo>
                    <a:pt x="526142" y="32257"/>
                  </a:lnTo>
                  <a:lnTo>
                    <a:pt x="526415" y="32639"/>
                  </a:lnTo>
                  <a:lnTo>
                    <a:pt x="527684" y="33908"/>
                  </a:lnTo>
                  <a:lnTo>
                    <a:pt x="537845" y="33908"/>
                  </a:lnTo>
                  <a:lnTo>
                    <a:pt x="538480" y="33527"/>
                  </a:lnTo>
                  <a:lnTo>
                    <a:pt x="539623" y="32639"/>
                  </a:lnTo>
                  <a:lnTo>
                    <a:pt x="540003" y="32257"/>
                  </a:lnTo>
                  <a:lnTo>
                    <a:pt x="540384" y="32003"/>
                  </a:lnTo>
                  <a:lnTo>
                    <a:pt x="544576" y="32003"/>
                  </a:lnTo>
                  <a:lnTo>
                    <a:pt x="544576" y="31623"/>
                  </a:lnTo>
                  <a:lnTo>
                    <a:pt x="532638" y="31623"/>
                  </a:lnTo>
                  <a:lnTo>
                    <a:pt x="531494" y="31242"/>
                  </a:lnTo>
                  <a:lnTo>
                    <a:pt x="531291" y="31242"/>
                  </a:lnTo>
                  <a:lnTo>
                    <a:pt x="530402" y="30606"/>
                  </a:lnTo>
                  <a:lnTo>
                    <a:pt x="529844" y="30099"/>
                  </a:lnTo>
                  <a:lnTo>
                    <a:pt x="529463" y="29718"/>
                  </a:lnTo>
                  <a:lnTo>
                    <a:pt x="529082" y="28575"/>
                  </a:lnTo>
                  <a:lnTo>
                    <a:pt x="529082" y="25907"/>
                  </a:lnTo>
                  <a:lnTo>
                    <a:pt x="529463" y="24892"/>
                  </a:lnTo>
                  <a:lnTo>
                    <a:pt x="530859" y="23495"/>
                  </a:lnTo>
                  <a:lnTo>
                    <a:pt x="531526" y="23114"/>
                  </a:lnTo>
                  <a:lnTo>
                    <a:pt x="531368" y="23114"/>
                  </a:lnTo>
                  <a:lnTo>
                    <a:pt x="532892" y="22605"/>
                  </a:lnTo>
                  <a:lnTo>
                    <a:pt x="533907" y="22351"/>
                  </a:lnTo>
                  <a:lnTo>
                    <a:pt x="535051" y="22098"/>
                  </a:lnTo>
                  <a:close/>
                </a:path>
                <a:path w="632459" h="44450">
                  <a:moveTo>
                    <a:pt x="543658" y="13080"/>
                  </a:moveTo>
                  <a:lnTo>
                    <a:pt x="537463" y="13080"/>
                  </a:lnTo>
                  <a:lnTo>
                    <a:pt x="538226" y="13335"/>
                  </a:lnTo>
                  <a:lnTo>
                    <a:pt x="539242" y="14097"/>
                  </a:lnTo>
                  <a:lnTo>
                    <a:pt x="540397" y="18542"/>
                  </a:lnTo>
                  <a:lnTo>
                    <a:pt x="536194" y="18542"/>
                  </a:lnTo>
                  <a:lnTo>
                    <a:pt x="532384" y="19050"/>
                  </a:lnTo>
                  <a:lnTo>
                    <a:pt x="530732" y="19557"/>
                  </a:lnTo>
                  <a:lnTo>
                    <a:pt x="529336" y="20193"/>
                  </a:lnTo>
                  <a:lnTo>
                    <a:pt x="527684" y="20827"/>
                  </a:lnTo>
                  <a:lnTo>
                    <a:pt x="526256" y="22098"/>
                  </a:lnTo>
                  <a:lnTo>
                    <a:pt x="540384" y="22098"/>
                  </a:lnTo>
                  <a:lnTo>
                    <a:pt x="540384" y="28575"/>
                  </a:lnTo>
                  <a:lnTo>
                    <a:pt x="539496" y="29337"/>
                  </a:lnTo>
                  <a:lnTo>
                    <a:pt x="538480" y="30099"/>
                  </a:lnTo>
                  <a:lnTo>
                    <a:pt x="537336" y="30606"/>
                  </a:lnTo>
                  <a:lnTo>
                    <a:pt x="536321" y="31242"/>
                  </a:lnTo>
                  <a:lnTo>
                    <a:pt x="534416" y="31623"/>
                  </a:lnTo>
                  <a:lnTo>
                    <a:pt x="544576" y="31623"/>
                  </a:lnTo>
                  <a:lnTo>
                    <a:pt x="544506" y="15748"/>
                  </a:lnTo>
                  <a:lnTo>
                    <a:pt x="544391" y="15113"/>
                  </a:lnTo>
                  <a:lnTo>
                    <a:pt x="544322" y="14731"/>
                  </a:lnTo>
                  <a:lnTo>
                    <a:pt x="543941" y="13716"/>
                  </a:lnTo>
                  <a:lnTo>
                    <a:pt x="543771" y="13335"/>
                  </a:lnTo>
                  <a:lnTo>
                    <a:pt x="543658" y="13080"/>
                  </a:lnTo>
                  <a:close/>
                </a:path>
                <a:path w="632459" h="44450">
                  <a:moveTo>
                    <a:pt x="537463" y="9271"/>
                  </a:moveTo>
                  <a:lnTo>
                    <a:pt x="531495" y="9271"/>
                  </a:lnTo>
                  <a:lnTo>
                    <a:pt x="528701" y="9778"/>
                  </a:lnTo>
                  <a:lnTo>
                    <a:pt x="527557" y="10032"/>
                  </a:lnTo>
                  <a:lnTo>
                    <a:pt x="526796" y="10287"/>
                  </a:lnTo>
                  <a:lnTo>
                    <a:pt x="526796" y="14731"/>
                  </a:lnTo>
                  <a:lnTo>
                    <a:pt x="528066" y="14097"/>
                  </a:lnTo>
                  <a:lnTo>
                    <a:pt x="527896" y="14097"/>
                  </a:lnTo>
                  <a:lnTo>
                    <a:pt x="529166" y="13716"/>
                  </a:lnTo>
                  <a:lnTo>
                    <a:pt x="528891" y="13716"/>
                  </a:lnTo>
                  <a:lnTo>
                    <a:pt x="530986" y="13335"/>
                  </a:lnTo>
                  <a:lnTo>
                    <a:pt x="531833" y="13080"/>
                  </a:lnTo>
                  <a:lnTo>
                    <a:pt x="543658" y="13080"/>
                  </a:lnTo>
                  <a:lnTo>
                    <a:pt x="543432" y="12573"/>
                  </a:lnTo>
                  <a:lnTo>
                    <a:pt x="542798" y="11683"/>
                  </a:lnTo>
                  <a:lnTo>
                    <a:pt x="541909" y="11049"/>
                  </a:lnTo>
                  <a:lnTo>
                    <a:pt x="540893" y="10287"/>
                  </a:lnTo>
                  <a:lnTo>
                    <a:pt x="539876" y="9778"/>
                  </a:lnTo>
                  <a:lnTo>
                    <a:pt x="538734" y="9525"/>
                  </a:lnTo>
                  <a:lnTo>
                    <a:pt x="537463" y="9271"/>
                  </a:lnTo>
                  <a:close/>
                </a:path>
                <a:path w="632459" h="44450">
                  <a:moveTo>
                    <a:pt x="552830" y="9778"/>
                  </a:moveTo>
                  <a:lnTo>
                    <a:pt x="548259" y="9778"/>
                  </a:lnTo>
                  <a:lnTo>
                    <a:pt x="557403" y="33527"/>
                  </a:lnTo>
                  <a:lnTo>
                    <a:pt x="552830" y="43942"/>
                  </a:lnTo>
                  <a:lnTo>
                    <a:pt x="557403" y="43942"/>
                  </a:lnTo>
                  <a:lnTo>
                    <a:pt x="563549" y="28194"/>
                  </a:lnTo>
                  <a:lnTo>
                    <a:pt x="559561" y="28194"/>
                  </a:lnTo>
                  <a:lnTo>
                    <a:pt x="552830" y="9778"/>
                  </a:lnTo>
                  <a:close/>
                </a:path>
                <a:path w="632459" h="44450">
                  <a:moveTo>
                    <a:pt x="570738" y="9778"/>
                  </a:moveTo>
                  <a:lnTo>
                    <a:pt x="566420" y="9778"/>
                  </a:lnTo>
                  <a:lnTo>
                    <a:pt x="559561" y="28194"/>
                  </a:lnTo>
                  <a:lnTo>
                    <a:pt x="563549" y="28194"/>
                  </a:lnTo>
                  <a:lnTo>
                    <a:pt x="570738" y="9778"/>
                  </a:lnTo>
                  <a:close/>
                </a:path>
                <a:path w="632459" h="44450">
                  <a:moveTo>
                    <a:pt x="585978" y="9017"/>
                  </a:moveTo>
                  <a:lnTo>
                    <a:pt x="581025" y="9017"/>
                  </a:lnTo>
                  <a:lnTo>
                    <a:pt x="578230" y="10287"/>
                  </a:lnTo>
                  <a:lnTo>
                    <a:pt x="575751" y="13080"/>
                  </a:lnTo>
                  <a:lnTo>
                    <a:pt x="574040" y="15113"/>
                  </a:lnTo>
                  <a:lnTo>
                    <a:pt x="573171" y="17525"/>
                  </a:lnTo>
                  <a:lnTo>
                    <a:pt x="572897" y="18415"/>
                  </a:lnTo>
                  <a:lnTo>
                    <a:pt x="572897" y="26543"/>
                  </a:lnTo>
                  <a:lnTo>
                    <a:pt x="573857" y="29210"/>
                  </a:lnTo>
                  <a:lnTo>
                    <a:pt x="573948" y="29464"/>
                  </a:lnTo>
                  <a:lnTo>
                    <a:pt x="574167" y="29845"/>
                  </a:lnTo>
                  <a:lnTo>
                    <a:pt x="576199" y="31876"/>
                  </a:lnTo>
                  <a:lnTo>
                    <a:pt x="578357" y="34163"/>
                  </a:lnTo>
                  <a:lnTo>
                    <a:pt x="581532" y="35305"/>
                  </a:lnTo>
                  <a:lnTo>
                    <a:pt x="586739" y="35305"/>
                  </a:lnTo>
                  <a:lnTo>
                    <a:pt x="590550" y="34544"/>
                  </a:lnTo>
                  <a:lnTo>
                    <a:pt x="591438" y="34163"/>
                  </a:lnTo>
                  <a:lnTo>
                    <a:pt x="592201" y="33908"/>
                  </a:lnTo>
                  <a:lnTo>
                    <a:pt x="593471" y="33400"/>
                  </a:lnTo>
                  <a:lnTo>
                    <a:pt x="593978" y="33147"/>
                  </a:lnTo>
                  <a:lnTo>
                    <a:pt x="593978" y="31623"/>
                  </a:lnTo>
                  <a:lnTo>
                    <a:pt x="582803" y="31623"/>
                  </a:lnTo>
                  <a:lnTo>
                    <a:pt x="580771" y="30861"/>
                  </a:lnTo>
                  <a:lnTo>
                    <a:pt x="577976" y="27813"/>
                  </a:lnTo>
                  <a:lnTo>
                    <a:pt x="577215" y="25526"/>
                  </a:lnTo>
                  <a:lnTo>
                    <a:pt x="577215" y="22605"/>
                  </a:lnTo>
                  <a:lnTo>
                    <a:pt x="594486" y="22605"/>
                  </a:lnTo>
                  <a:lnTo>
                    <a:pt x="594486" y="19430"/>
                  </a:lnTo>
                  <a:lnTo>
                    <a:pt x="577215" y="19430"/>
                  </a:lnTo>
                  <a:lnTo>
                    <a:pt x="577215" y="18415"/>
                  </a:lnTo>
                  <a:lnTo>
                    <a:pt x="577469" y="17525"/>
                  </a:lnTo>
                  <a:lnTo>
                    <a:pt x="577795" y="16764"/>
                  </a:lnTo>
                  <a:lnTo>
                    <a:pt x="578103" y="15875"/>
                  </a:lnTo>
                  <a:lnTo>
                    <a:pt x="578611" y="15113"/>
                  </a:lnTo>
                  <a:lnTo>
                    <a:pt x="579755" y="13970"/>
                  </a:lnTo>
                  <a:lnTo>
                    <a:pt x="580644" y="13335"/>
                  </a:lnTo>
                  <a:lnTo>
                    <a:pt x="581405" y="13080"/>
                  </a:lnTo>
                  <a:lnTo>
                    <a:pt x="592804" y="13080"/>
                  </a:lnTo>
                  <a:lnTo>
                    <a:pt x="591693" y="11811"/>
                  </a:lnTo>
                  <a:lnTo>
                    <a:pt x="590803" y="10922"/>
                  </a:lnTo>
                  <a:lnTo>
                    <a:pt x="589957" y="10287"/>
                  </a:lnTo>
                  <a:lnTo>
                    <a:pt x="590211" y="10287"/>
                  </a:lnTo>
                  <a:lnTo>
                    <a:pt x="588518" y="9778"/>
                  </a:lnTo>
                  <a:lnTo>
                    <a:pt x="587375" y="9271"/>
                  </a:lnTo>
                  <a:lnTo>
                    <a:pt x="585978" y="9017"/>
                  </a:lnTo>
                  <a:close/>
                </a:path>
                <a:path w="632459" h="44450">
                  <a:moveTo>
                    <a:pt x="593978" y="28575"/>
                  </a:moveTo>
                  <a:lnTo>
                    <a:pt x="593725" y="28575"/>
                  </a:lnTo>
                  <a:lnTo>
                    <a:pt x="593471" y="28828"/>
                  </a:lnTo>
                  <a:lnTo>
                    <a:pt x="592963" y="29210"/>
                  </a:lnTo>
                  <a:lnTo>
                    <a:pt x="592455" y="29464"/>
                  </a:lnTo>
                  <a:lnTo>
                    <a:pt x="591947" y="29845"/>
                  </a:lnTo>
                  <a:lnTo>
                    <a:pt x="591311" y="30099"/>
                  </a:lnTo>
                  <a:lnTo>
                    <a:pt x="589788" y="30861"/>
                  </a:lnTo>
                  <a:lnTo>
                    <a:pt x="588645" y="31242"/>
                  </a:lnTo>
                  <a:lnTo>
                    <a:pt x="588136" y="31242"/>
                  </a:lnTo>
                  <a:lnTo>
                    <a:pt x="586803" y="31623"/>
                  </a:lnTo>
                  <a:lnTo>
                    <a:pt x="593978" y="31623"/>
                  </a:lnTo>
                  <a:lnTo>
                    <a:pt x="593978" y="28575"/>
                  </a:lnTo>
                  <a:close/>
                </a:path>
                <a:path w="632459" h="44450">
                  <a:moveTo>
                    <a:pt x="592723" y="13080"/>
                  </a:moveTo>
                  <a:lnTo>
                    <a:pt x="587375" y="13080"/>
                  </a:lnTo>
                  <a:lnTo>
                    <a:pt x="587882" y="13335"/>
                  </a:lnTo>
                  <a:lnTo>
                    <a:pt x="588594" y="13970"/>
                  </a:lnTo>
                  <a:lnTo>
                    <a:pt x="588899" y="14477"/>
                  </a:lnTo>
                  <a:lnTo>
                    <a:pt x="589470" y="15113"/>
                  </a:lnTo>
                  <a:lnTo>
                    <a:pt x="589809" y="15875"/>
                  </a:lnTo>
                  <a:lnTo>
                    <a:pt x="589987" y="16764"/>
                  </a:lnTo>
                  <a:lnTo>
                    <a:pt x="590187" y="17525"/>
                  </a:lnTo>
                  <a:lnTo>
                    <a:pt x="590310" y="18415"/>
                  </a:lnTo>
                  <a:lnTo>
                    <a:pt x="590423" y="19430"/>
                  </a:lnTo>
                  <a:lnTo>
                    <a:pt x="594486" y="19430"/>
                  </a:lnTo>
                  <a:lnTo>
                    <a:pt x="594486" y="18415"/>
                  </a:lnTo>
                  <a:lnTo>
                    <a:pt x="594350" y="17525"/>
                  </a:lnTo>
                  <a:lnTo>
                    <a:pt x="594232" y="16764"/>
                  </a:lnTo>
                  <a:lnTo>
                    <a:pt x="593217" y="13970"/>
                  </a:lnTo>
                  <a:lnTo>
                    <a:pt x="592723" y="13080"/>
                  </a:lnTo>
                  <a:close/>
                </a:path>
                <a:path w="632459" h="44450">
                  <a:moveTo>
                    <a:pt x="611123" y="34798"/>
                  </a:moveTo>
                  <a:lnTo>
                    <a:pt x="603546" y="34798"/>
                  </a:lnTo>
                  <a:lnTo>
                    <a:pt x="605663" y="35432"/>
                  </a:lnTo>
                  <a:lnTo>
                    <a:pt x="607949" y="35432"/>
                  </a:lnTo>
                  <a:lnTo>
                    <a:pt x="611123" y="34798"/>
                  </a:lnTo>
                  <a:close/>
                </a:path>
                <a:path w="632459" h="44450">
                  <a:moveTo>
                    <a:pt x="610616" y="9144"/>
                  </a:moveTo>
                  <a:lnTo>
                    <a:pt x="606382" y="9144"/>
                  </a:lnTo>
                  <a:lnTo>
                    <a:pt x="605112" y="9525"/>
                  </a:lnTo>
                  <a:lnTo>
                    <a:pt x="605256" y="9525"/>
                  </a:lnTo>
                  <a:lnTo>
                    <a:pt x="603884" y="10160"/>
                  </a:lnTo>
                  <a:lnTo>
                    <a:pt x="598508" y="16891"/>
                  </a:lnTo>
                  <a:lnTo>
                    <a:pt x="598043" y="18288"/>
                  </a:lnTo>
                  <a:lnTo>
                    <a:pt x="597839" y="19303"/>
                  </a:lnTo>
                  <a:lnTo>
                    <a:pt x="597763" y="25273"/>
                  </a:lnTo>
                  <a:lnTo>
                    <a:pt x="597916" y="26416"/>
                  </a:lnTo>
                  <a:lnTo>
                    <a:pt x="598297" y="27558"/>
                  </a:lnTo>
                  <a:lnTo>
                    <a:pt x="598424" y="27940"/>
                  </a:lnTo>
                  <a:lnTo>
                    <a:pt x="598570" y="28575"/>
                  </a:lnTo>
                  <a:lnTo>
                    <a:pt x="598687" y="29082"/>
                  </a:lnTo>
                  <a:lnTo>
                    <a:pt x="598805" y="29591"/>
                  </a:lnTo>
                  <a:lnTo>
                    <a:pt x="599266" y="30606"/>
                  </a:lnTo>
                  <a:lnTo>
                    <a:pt x="599551" y="31115"/>
                  </a:lnTo>
                  <a:lnTo>
                    <a:pt x="600413" y="32130"/>
                  </a:lnTo>
                  <a:lnTo>
                    <a:pt x="601091" y="33147"/>
                  </a:lnTo>
                  <a:lnTo>
                    <a:pt x="602107" y="33908"/>
                  </a:lnTo>
                  <a:lnTo>
                    <a:pt x="603707" y="34798"/>
                  </a:lnTo>
                  <a:lnTo>
                    <a:pt x="610573" y="34798"/>
                  </a:lnTo>
                  <a:lnTo>
                    <a:pt x="611632" y="34163"/>
                  </a:lnTo>
                  <a:lnTo>
                    <a:pt x="612267" y="33908"/>
                  </a:lnTo>
                  <a:lnTo>
                    <a:pt x="612775" y="33527"/>
                  </a:lnTo>
                  <a:lnTo>
                    <a:pt x="613155" y="33147"/>
                  </a:lnTo>
                  <a:lnTo>
                    <a:pt x="614426" y="32130"/>
                  </a:lnTo>
                  <a:lnTo>
                    <a:pt x="618617" y="32130"/>
                  </a:lnTo>
                  <a:lnTo>
                    <a:pt x="618617" y="31369"/>
                  </a:lnTo>
                  <a:lnTo>
                    <a:pt x="605917" y="31369"/>
                  </a:lnTo>
                  <a:lnTo>
                    <a:pt x="604393" y="30606"/>
                  </a:lnTo>
                  <a:lnTo>
                    <a:pt x="603376" y="29082"/>
                  </a:lnTo>
                  <a:lnTo>
                    <a:pt x="602488" y="27558"/>
                  </a:lnTo>
                  <a:lnTo>
                    <a:pt x="601980" y="25273"/>
                  </a:lnTo>
                  <a:lnTo>
                    <a:pt x="601980" y="19303"/>
                  </a:lnTo>
                  <a:lnTo>
                    <a:pt x="602615" y="16891"/>
                  </a:lnTo>
                  <a:lnTo>
                    <a:pt x="603884" y="15367"/>
                  </a:lnTo>
                  <a:lnTo>
                    <a:pt x="605028" y="13716"/>
                  </a:lnTo>
                  <a:lnTo>
                    <a:pt x="606805" y="12953"/>
                  </a:lnTo>
                  <a:lnTo>
                    <a:pt x="618617" y="12953"/>
                  </a:lnTo>
                  <a:lnTo>
                    <a:pt x="618617" y="10795"/>
                  </a:lnTo>
                  <a:lnTo>
                    <a:pt x="614426" y="10795"/>
                  </a:lnTo>
                  <a:lnTo>
                    <a:pt x="613409" y="10160"/>
                  </a:lnTo>
                  <a:lnTo>
                    <a:pt x="612394" y="9778"/>
                  </a:lnTo>
                  <a:lnTo>
                    <a:pt x="611505" y="9525"/>
                  </a:lnTo>
                  <a:lnTo>
                    <a:pt x="610616" y="9144"/>
                  </a:lnTo>
                  <a:close/>
                </a:path>
                <a:path w="632459" h="44450">
                  <a:moveTo>
                    <a:pt x="618617" y="32130"/>
                  </a:moveTo>
                  <a:lnTo>
                    <a:pt x="614426" y="32130"/>
                  </a:lnTo>
                  <a:lnTo>
                    <a:pt x="614426" y="34798"/>
                  </a:lnTo>
                  <a:lnTo>
                    <a:pt x="618617" y="34798"/>
                  </a:lnTo>
                  <a:lnTo>
                    <a:pt x="618617" y="32130"/>
                  </a:lnTo>
                  <a:close/>
                </a:path>
                <a:path w="632459" h="44450">
                  <a:moveTo>
                    <a:pt x="618617" y="12953"/>
                  </a:moveTo>
                  <a:lnTo>
                    <a:pt x="610743" y="12953"/>
                  </a:lnTo>
                  <a:lnTo>
                    <a:pt x="611632" y="13207"/>
                  </a:lnTo>
                  <a:lnTo>
                    <a:pt x="612394" y="13335"/>
                  </a:lnTo>
                  <a:lnTo>
                    <a:pt x="613409" y="13716"/>
                  </a:lnTo>
                  <a:lnTo>
                    <a:pt x="614426" y="14224"/>
                  </a:lnTo>
                  <a:lnTo>
                    <a:pt x="614426" y="28575"/>
                  </a:lnTo>
                  <a:lnTo>
                    <a:pt x="609092" y="31369"/>
                  </a:lnTo>
                  <a:lnTo>
                    <a:pt x="618617" y="31369"/>
                  </a:lnTo>
                  <a:lnTo>
                    <a:pt x="618617" y="12953"/>
                  </a:lnTo>
                  <a:close/>
                </a:path>
                <a:path w="632459" h="44450">
                  <a:moveTo>
                    <a:pt x="618617" y="0"/>
                  </a:moveTo>
                  <a:lnTo>
                    <a:pt x="614426" y="0"/>
                  </a:lnTo>
                  <a:lnTo>
                    <a:pt x="614426" y="10795"/>
                  </a:lnTo>
                  <a:lnTo>
                    <a:pt x="618617" y="10795"/>
                  </a:lnTo>
                  <a:lnTo>
                    <a:pt x="618617" y="0"/>
                  </a:lnTo>
                  <a:close/>
                </a:path>
                <a:path w="632459" h="44450">
                  <a:moveTo>
                    <a:pt x="631951" y="28321"/>
                  </a:moveTo>
                  <a:lnTo>
                    <a:pt x="626618" y="28321"/>
                  </a:lnTo>
                  <a:lnTo>
                    <a:pt x="626618" y="34671"/>
                  </a:lnTo>
                  <a:lnTo>
                    <a:pt x="631951" y="34671"/>
                  </a:lnTo>
                  <a:lnTo>
                    <a:pt x="631951" y="28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315181" y="1030986"/>
              <a:ext cx="942340" cy="233679"/>
            </a:xfrm>
            <a:custGeom>
              <a:avLst/>
              <a:gdLst/>
              <a:ahLst/>
              <a:cxnLst/>
              <a:rect l="l" t="t" r="r" b="b"/>
              <a:pathLst>
                <a:path w="942340" h="233680">
                  <a:moveTo>
                    <a:pt x="0" y="0"/>
                  </a:moveTo>
                  <a:lnTo>
                    <a:pt x="941831" y="0"/>
                  </a:lnTo>
                </a:path>
                <a:path w="942340" h="233680">
                  <a:moveTo>
                    <a:pt x="0" y="0"/>
                  </a:moveTo>
                  <a:lnTo>
                    <a:pt x="0" y="233172"/>
                  </a:lnTo>
                </a:path>
                <a:path w="942340" h="233680">
                  <a:moveTo>
                    <a:pt x="0" y="233172"/>
                  </a:moveTo>
                  <a:lnTo>
                    <a:pt x="941831" y="233172"/>
                  </a:lnTo>
                </a:path>
                <a:path w="942340" h="233680">
                  <a:moveTo>
                    <a:pt x="941831" y="233172"/>
                  </a:moveTo>
                  <a:lnTo>
                    <a:pt x="941831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90669" y="1375459"/>
              <a:ext cx="1497330" cy="7541259"/>
            </a:xfrm>
            <a:custGeom>
              <a:avLst/>
              <a:gdLst/>
              <a:ahLst/>
              <a:cxnLst/>
              <a:rect l="l" t="t" r="r" b="b"/>
              <a:pathLst>
                <a:path w="1497330" h="7541259">
                  <a:moveTo>
                    <a:pt x="1497330" y="0"/>
                  </a:moveTo>
                  <a:lnTo>
                    <a:pt x="1454142" y="46244"/>
                  </a:lnTo>
                  <a:lnTo>
                    <a:pt x="1423846" y="79374"/>
                  </a:lnTo>
                  <a:lnTo>
                    <a:pt x="1393818" y="112752"/>
                  </a:lnTo>
                  <a:lnTo>
                    <a:pt x="1364059" y="146375"/>
                  </a:lnTo>
                  <a:lnTo>
                    <a:pt x="1334571" y="180242"/>
                  </a:lnTo>
                  <a:lnTo>
                    <a:pt x="1305356" y="214352"/>
                  </a:lnTo>
                  <a:lnTo>
                    <a:pt x="1276416" y="248702"/>
                  </a:lnTo>
                  <a:lnTo>
                    <a:pt x="1247753" y="283291"/>
                  </a:lnTo>
                  <a:lnTo>
                    <a:pt x="1219367" y="318117"/>
                  </a:lnTo>
                  <a:lnTo>
                    <a:pt x="1191261" y="353179"/>
                  </a:lnTo>
                  <a:lnTo>
                    <a:pt x="1163437" y="388474"/>
                  </a:lnTo>
                  <a:lnTo>
                    <a:pt x="1135896" y="424002"/>
                  </a:lnTo>
                  <a:lnTo>
                    <a:pt x="1108639" y="459760"/>
                  </a:lnTo>
                  <a:lnTo>
                    <a:pt x="1081670" y="495747"/>
                  </a:lnTo>
                  <a:lnTo>
                    <a:pt x="1054988" y="531960"/>
                  </a:lnTo>
                  <a:lnTo>
                    <a:pt x="1028596" y="568399"/>
                  </a:lnTo>
                  <a:lnTo>
                    <a:pt x="1002497" y="605062"/>
                  </a:lnTo>
                  <a:lnTo>
                    <a:pt x="976690" y="641946"/>
                  </a:lnTo>
                  <a:lnTo>
                    <a:pt x="951179" y="679051"/>
                  </a:lnTo>
                  <a:lnTo>
                    <a:pt x="925964" y="716374"/>
                  </a:lnTo>
                  <a:lnTo>
                    <a:pt x="901048" y="753914"/>
                  </a:lnTo>
                  <a:lnTo>
                    <a:pt x="876432" y="791668"/>
                  </a:lnTo>
                  <a:lnTo>
                    <a:pt x="852118" y="829637"/>
                  </a:lnTo>
                  <a:lnTo>
                    <a:pt x="828108" y="867816"/>
                  </a:lnTo>
                  <a:lnTo>
                    <a:pt x="804402" y="906206"/>
                  </a:lnTo>
                  <a:lnTo>
                    <a:pt x="781004" y="944804"/>
                  </a:lnTo>
                  <a:lnTo>
                    <a:pt x="757915" y="983609"/>
                  </a:lnTo>
                  <a:lnTo>
                    <a:pt x="735136" y="1022618"/>
                  </a:lnTo>
                  <a:lnTo>
                    <a:pt x="712669" y="1061831"/>
                  </a:lnTo>
                  <a:lnTo>
                    <a:pt x="690516" y="1101245"/>
                  </a:lnTo>
                  <a:lnTo>
                    <a:pt x="668678" y="1140859"/>
                  </a:lnTo>
                  <a:lnTo>
                    <a:pt x="647158" y="1180670"/>
                  </a:lnTo>
                  <a:lnTo>
                    <a:pt x="625956" y="1220679"/>
                  </a:lnTo>
                  <a:lnTo>
                    <a:pt x="605076" y="1260881"/>
                  </a:lnTo>
                  <a:lnTo>
                    <a:pt x="584517" y="1301277"/>
                  </a:lnTo>
                  <a:lnTo>
                    <a:pt x="564283" y="1341864"/>
                  </a:lnTo>
                  <a:lnTo>
                    <a:pt x="544374" y="1382640"/>
                  </a:lnTo>
                  <a:lnTo>
                    <a:pt x="524793" y="1423605"/>
                  </a:lnTo>
                  <a:lnTo>
                    <a:pt x="505540" y="1464755"/>
                  </a:lnTo>
                  <a:lnTo>
                    <a:pt x="486619" y="1506090"/>
                  </a:lnTo>
                  <a:lnTo>
                    <a:pt x="468030" y="1547607"/>
                  </a:lnTo>
                  <a:lnTo>
                    <a:pt x="449776" y="1589306"/>
                  </a:lnTo>
                  <a:lnTo>
                    <a:pt x="431857" y="1631183"/>
                  </a:lnTo>
                  <a:lnTo>
                    <a:pt x="414276" y="1673239"/>
                  </a:lnTo>
                  <a:lnTo>
                    <a:pt x="397034" y="1715470"/>
                  </a:lnTo>
                  <a:lnTo>
                    <a:pt x="380134" y="1757876"/>
                  </a:lnTo>
                  <a:lnTo>
                    <a:pt x="363576" y="1800454"/>
                  </a:lnTo>
                  <a:lnTo>
                    <a:pt x="347363" y="1843202"/>
                  </a:lnTo>
                  <a:lnTo>
                    <a:pt x="331496" y="1886120"/>
                  </a:lnTo>
                  <a:lnTo>
                    <a:pt x="315976" y="1929205"/>
                  </a:lnTo>
                  <a:lnTo>
                    <a:pt x="300807" y="1972456"/>
                  </a:lnTo>
                  <a:lnTo>
                    <a:pt x="285988" y="2015871"/>
                  </a:lnTo>
                  <a:lnTo>
                    <a:pt x="271523" y="2059448"/>
                  </a:lnTo>
                  <a:lnTo>
                    <a:pt x="257412" y="2103186"/>
                  </a:lnTo>
                  <a:lnTo>
                    <a:pt x="243657" y="2147083"/>
                  </a:lnTo>
                  <a:lnTo>
                    <a:pt x="230261" y="2191137"/>
                  </a:lnTo>
                  <a:lnTo>
                    <a:pt x="217224" y="2235346"/>
                  </a:lnTo>
                  <a:lnTo>
                    <a:pt x="204549" y="2279709"/>
                  </a:lnTo>
                  <a:lnTo>
                    <a:pt x="192237" y="2324224"/>
                  </a:lnTo>
                  <a:lnTo>
                    <a:pt x="180290" y="2368890"/>
                  </a:lnTo>
                  <a:lnTo>
                    <a:pt x="168710" y="2413704"/>
                  </a:lnTo>
                  <a:lnTo>
                    <a:pt x="157498" y="2458665"/>
                  </a:lnTo>
                  <a:lnTo>
                    <a:pt x="146656" y="2503771"/>
                  </a:lnTo>
                  <a:lnTo>
                    <a:pt x="136185" y="2549021"/>
                  </a:lnTo>
                  <a:lnTo>
                    <a:pt x="126088" y="2594413"/>
                  </a:lnTo>
                  <a:lnTo>
                    <a:pt x="116366" y="2639945"/>
                  </a:lnTo>
                  <a:lnTo>
                    <a:pt x="107021" y="2685615"/>
                  </a:lnTo>
                  <a:lnTo>
                    <a:pt x="98055" y="2731422"/>
                  </a:lnTo>
                  <a:lnTo>
                    <a:pt x="89468" y="2777364"/>
                  </a:lnTo>
                  <a:lnTo>
                    <a:pt x="81264" y="2823439"/>
                  </a:lnTo>
                  <a:lnTo>
                    <a:pt x="73443" y="2869646"/>
                  </a:lnTo>
                  <a:lnTo>
                    <a:pt x="66008" y="2915983"/>
                  </a:lnTo>
                  <a:lnTo>
                    <a:pt x="58959" y="2962449"/>
                  </a:lnTo>
                  <a:lnTo>
                    <a:pt x="52299" y="3009040"/>
                  </a:lnTo>
                  <a:lnTo>
                    <a:pt x="46030" y="3055757"/>
                  </a:lnTo>
                  <a:lnTo>
                    <a:pt x="40153" y="3102597"/>
                  </a:lnTo>
                  <a:lnTo>
                    <a:pt x="34669" y="3149558"/>
                  </a:lnTo>
                  <a:lnTo>
                    <a:pt x="29582" y="3196638"/>
                  </a:lnTo>
                  <a:lnTo>
                    <a:pt x="24891" y="3243837"/>
                  </a:lnTo>
                  <a:lnTo>
                    <a:pt x="20599" y="3291152"/>
                  </a:lnTo>
                  <a:lnTo>
                    <a:pt x="16708" y="3338582"/>
                  </a:lnTo>
                  <a:lnTo>
                    <a:pt x="13220" y="3386125"/>
                  </a:lnTo>
                  <a:lnTo>
                    <a:pt x="10135" y="3433779"/>
                  </a:lnTo>
                  <a:lnTo>
                    <a:pt x="7456" y="3481542"/>
                  </a:lnTo>
                  <a:lnTo>
                    <a:pt x="5185" y="3529413"/>
                  </a:lnTo>
                  <a:lnTo>
                    <a:pt x="3323" y="3577390"/>
                  </a:lnTo>
                  <a:lnTo>
                    <a:pt x="1871" y="3625472"/>
                  </a:lnTo>
                  <a:lnTo>
                    <a:pt x="833" y="3673656"/>
                  </a:lnTo>
                  <a:lnTo>
                    <a:pt x="208" y="3721941"/>
                  </a:lnTo>
                  <a:lnTo>
                    <a:pt x="0" y="3770326"/>
                  </a:lnTo>
                  <a:lnTo>
                    <a:pt x="208" y="3818710"/>
                  </a:lnTo>
                  <a:lnTo>
                    <a:pt x="833" y="3866996"/>
                  </a:lnTo>
                  <a:lnTo>
                    <a:pt x="1871" y="3915180"/>
                  </a:lnTo>
                  <a:lnTo>
                    <a:pt x="3323" y="3963261"/>
                  </a:lnTo>
                  <a:lnTo>
                    <a:pt x="5185" y="4011239"/>
                  </a:lnTo>
                  <a:lnTo>
                    <a:pt x="7456" y="4059110"/>
                  </a:lnTo>
                  <a:lnTo>
                    <a:pt x="10135" y="4106873"/>
                  </a:lnTo>
                  <a:lnTo>
                    <a:pt x="13220" y="4154527"/>
                  </a:lnTo>
                  <a:lnTo>
                    <a:pt x="16708" y="4202070"/>
                  </a:lnTo>
                  <a:lnTo>
                    <a:pt x="20599" y="4249499"/>
                  </a:lnTo>
                  <a:lnTo>
                    <a:pt x="24891" y="4296814"/>
                  </a:lnTo>
                  <a:lnTo>
                    <a:pt x="29582" y="4344013"/>
                  </a:lnTo>
                  <a:lnTo>
                    <a:pt x="34669" y="4391094"/>
                  </a:lnTo>
                  <a:lnTo>
                    <a:pt x="40153" y="4438055"/>
                  </a:lnTo>
                  <a:lnTo>
                    <a:pt x="46030" y="4484895"/>
                  </a:lnTo>
                  <a:lnTo>
                    <a:pt x="52299" y="4531611"/>
                  </a:lnTo>
                  <a:lnTo>
                    <a:pt x="58959" y="4578203"/>
                  </a:lnTo>
                  <a:lnTo>
                    <a:pt x="66008" y="4624668"/>
                  </a:lnTo>
                  <a:lnTo>
                    <a:pt x="73443" y="4671005"/>
                  </a:lnTo>
                  <a:lnTo>
                    <a:pt x="81264" y="4717212"/>
                  </a:lnTo>
                  <a:lnTo>
                    <a:pt x="89468" y="4763288"/>
                  </a:lnTo>
                  <a:lnTo>
                    <a:pt x="98055" y="4809230"/>
                  </a:lnTo>
                  <a:lnTo>
                    <a:pt x="107021" y="4855037"/>
                  </a:lnTo>
                  <a:lnTo>
                    <a:pt x="116366" y="4900707"/>
                  </a:lnTo>
                  <a:lnTo>
                    <a:pt x="126088" y="4946239"/>
                  </a:lnTo>
                  <a:lnTo>
                    <a:pt x="136185" y="4991631"/>
                  </a:lnTo>
                  <a:lnTo>
                    <a:pt x="146656" y="5036880"/>
                  </a:lnTo>
                  <a:lnTo>
                    <a:pt x="157498" y="5081987"/>
                  </a:lnTo>
                  <a:lnTo>
                    <a:pt x="168710" y="5126948"/>
                  </a:lnTo>
                  <a:lnTo>
                    <a:pt x="180290" y="5171762"/>
                  </a:lnTo>
                  <a:lnTo>
                    <a:pt x="192237" y="5216427"/>
                  </a:lnTo>
                  <a:lnTo>
                    <a:pt x="204549" y="5260943"/>
                  </a:lnTo>
                  <a:lnTo>
                    <a:pt x="217224" y="5305306"/>
                  </a:lnTo>
                  <a:lnTo>
                    <a:pt x="230261" y="5349515"/>
                  </a:lnTo>
                  <a:lnTo>
                    <a:pt x="243657" y="5393569"/>
                  </a:lnTo>
                  <a:lnTo>
                    <a:pt x="257412" y="5437465"/>
                  </a:lnTo>
                  <a:lnTo>
                    <a:pt x="271523" y="5481203"/>
                  </a:lnTo>
                  <a:lnTo>
                    <a:pt x="285988" y="5524780"/>
                  </a:lnTo>
                  <a:lnTo>
                    <a:pt x="300807" y="5568195"/>
                  </a:lnTo>
                  <a:lnTo>
                    <a:pt x="315976" y="5611446"/>
                  </a:lnTo>
                  <a:lnTo>
                    <a:pt x="331496" y="5654531"/>
                  </a:lnTo>
                  <a:lnTo>
                    <a:pt x="347363" y="5697449"/>
                  </a:lnTo>
                  <a:lnTo>
                    <a:pt x="363576" y="5740198"/>
                  </a:lnTo>
                  <a:lnTo>
                    <a:pt x="380134" y="5782776"/>
                  </a:lnTo>
                  <a:lnTo>
                    <a:pt x="397034" y="5825181"/>
                  </a:lnTo>
                  <a:lnTo>
                    <a:pt x="414276" y="5867413"/>
                  </a:lnTo>
                  <a:lnTo>
                    <a:pt x="431857" y="5909468"/>
                  </a:lnTo>
                  <a:lnTo>
                    <a:pt x="449776" y="5951346"/>
                  </a:lnTo>
                  <a:lnTo>
                    <a:pt x="468030" y="5993044"/>
                  </a:lnTo>
                  <a:lnTo>
                    <a:pt x="486619" y="6034562"/>
                  </a:lnTo>
                  <a:lnTo>
                    <a:pt x="505540" y="6075897"/>
                  </a:lnTo>
                  <a:lnTo>
                    <a:pt x="524793" y="6117047"/>
                  </a:lnTo>
                  <a:lnTo>
                    <a:pt x="544374" y="6158011"/>
                  </a:lnTo>
                  <a:lnTo>
                    <a:pt x="564283" y="6198788"/>
                  </a:lnTo>
                  <a:lnTo>
                    <a:pt x="584517" y="6239375"/>
                  </a:lnTo>
                  <a:lnTo>
                    <a:pt x="605076" y="6279770"/>
                  </a:lnTo>
                  <a:lnTo>
                    <a:pt x="625956" y="6319973"/>
                  </a:lnTo>
                  <a:lnTo>
                    <a:pt x="647158" y="6359981"/>
                  </a:lnTo>
                  <a:lnTo>
                    <a:pt x="668678" y="6399793"/>
                  </a:lnTo>
                  <a:lnTo>
                    <a:pt x="690516" y="6439407"/>
                  </a:lnTo>
                  <a:lnTo>
                    <a:pt x="712669" y="6478821"/>
                  </a:lnTo>
                  <a:lnTo>
                    <a:pt x="735136" y="6518033"/>
                  </a:lnTo>
                  <a:lnTo>
                    <a:pt x="757915" y="6557043"/>
                  </a:lnTo>
                  <a:lnTo>
                    <a:pt x="781004" y="6595847"/>
                  </a:lnTo>
                  <a:lnTo>
                    <a:pt x="804402" y="6634445"/>
                  </a:lnTo>
                  <a:lnTo>
                    <a:pt x="828108" y="6672835"/>
                  </a:lnTo>
                  <a:lnTo>
                    <a:pt x="852118" y="6711015"/>
                  </a:lnTo>
                  <a:lnTo>
                    <a:pt x="876432" y="6748983"/>
                  </a:lnTo>
                  <a:lnTo>
                    <a:pt x="901048" y="6786738"/>
                  </a:lnTo>
                  <a:lnTo>
                    <a:pt x="925964" y="6824278"/>
                  </a:lnTo>
                  <a:lnTo>
                    <a:pt x="951179" y="6861601"/>
                  </a:lnTo>
                  <a:lnTo>
                    <a:pt x="976690" y="6898705"/>
                  </a:lnTo>
                  <a:lnTo>
                    <a:pt x="1002497" y="6935590"/>
                  </a:lnTo>
                  <a:lnTo>
                    <a:pt x="1028596" y="6972252"/>
                  </a:lnTo>
                  <a:lnTo>
                    <a:pt x="1054988" y="7008691"/>
                  </a:lnTo>
                  <a:lnTo>
                    <a:pt x="1081670" y="7044905"/>
                  </a:lnTo>
                  <a:lnTo>
                    <a:pt x="1108639" y="7080892"/>
                  </a:lnTo>
                  <a:lnTo>
                    <a:pt x="1135896" y="7116650"/>
                  </a:lnTo>
                  <a:lnTo>
                    <a:pt x="1163437" y="7152177"/>
                  </a:lnTo>
                  <a:lnTo>
                    <a:pt x="1191261" y="7187473"/>
                  </a:lnTo>
                  <a:lnTo>
                    <a:pt x="1219367" y="7222534"/>
                  </a:lnTo>
                  <a:lnTo>
                    <a:pt x="1247753" y="7257361"/>
                  </a:lnTo>
                  <a:lnTo>
                    <a:pt x="1276416" y="7291950"/>
                  </a:lnTo>
                  <a:lnTo>
                    <a:pt x="1305356" y="7326300"/>
                  </a:lnTo>
                  <a:lnTo>
                    <a:pt x="1334571" y="7360409"/>
                  </a:lnTo>
                  <a:lnTo>
                    <a:pt x="1364059" y="7394277"/>
                  </a:lnTo>
                  <a:lnTo>
                    <a:pt x="1393818" y="7427900"/>
                  </a:lnTo>
                  <a:lnTo>
                    <a:pt x="1423846" y="7461278"/>
                  </a:lnTo>
                  <a:lnTo>
                    <a:pt x="1454142" y="7494408"/>
                  </a:lnTo>
                  <a:lnTo>
                    <a:pt x="1484705" y="7527289"/>
                  </a:lnTo>
                  <a:lnTo>
                    <a:pt x="1497330" y="7540652"/>
                  </a:lnTo>
                </a:path>
              </a:pathLst>
            </a:custGeom>
            <a:ln w="617220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90"/>
              </a:spcBef>
            </a:pPr>
            <a:r>
              <a:rPr spc="-15" dirty="0"/>
              <a:t>AD</a:t>
            </a:r>
            <a:r>
              <a:rPr spc="-645" dirty="0"/>
              <a:t>V</a:t>
            </a:r>
            <a:r>
              <a:rPr spc="-15" dirty="0"/>
              <a:t>AN</a:t>
            </a:r>
            <a:r>
              <a:rPr spc="-375" dirty="0"/>
              <a:t>T</a:t>
            </a:r>
            <a:r>
              <a:rPr spc="-15" dirty="0"/>
              <a:t>A</a:t>
            </a:r>
            <a:r>
              <a:rPr spc="-45" dirty="0"/>
              <a:t>G</a:t>
            </a:r>
            <a:r>
              <a:rPr spc="-15" dirty="0"/>
              <a:t>ES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4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974975" y="1949958"/>
            <a:ext cx="19913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6FC0"/>
                </a:solidFill>
                <a:latin typeface="Calibri"/>
                <a:cs typeface="Calibri"/>
              </a:rPr>
              <a:t>Advantages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50338" y="2812160"/>
            <a:ext cx="4387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65" algn="l"/>
              </a:tabLst>
            </a:pPr>
            <a:r>
              <a:rPr sz="1800" spc="-25" dirty="0">
                <a:latin typeface="Calibri"/>
                <a:cs typeface="Calibri"/>
              </a:rPr>
              <a:t>1.</a:t>
            </a:r>
            <a:r>
              <a:rPr sz="1800" dirty="0">
                <a:latin typeface="Calibri"/>
                <a:cs typeface="Calibri"/>
              </a:rPr>
              <a:t>	Easy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online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event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registration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students.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50338" y="3305632"/>
            <a:ext cx="3933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/>
                <a:cs typeface="Calibri"/>
              </a:rPr>
              <a:t>2.</a:t>
            </a:r>
            <a:r>
              <a:rPr sz="1800" dirty="0">
                <a:latin typeface="Calibri"/>
                <a:cs typeface="Calibri"/>
              </a:rPr>
              <a:t>	Reduces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paperwork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50338" y="4788153"/>
            <a:ext cx="4615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/>
                <a:cs typeface="Calibri"/>
              </a:rPr>
              <a:t>5.</a:t>
            </a:r>
            <a:r>
              <a:rPr sz="1800" dirty="0">
                <a:latin typeface="Calibri"/>
                <a:cs typeface="Calibri"/>
              </a:rPr>
              <a:t>	Quick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participant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reports.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98775" y="5532577"/>
            <a:ext cx="19075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6FC0"/>
                </a:solidFill>
                <a:latin typeface="Calibri"/>
                <a:cs typeface="Calibri"/>
              </a:rPr>
              <a:t>Limitations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55293" y="6001334"/>
            <a:ext cx="5673090" cy="12573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 marL="1650364" indent="-342900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1650364" algn="l"/>
              </a:tabLst>
            </a:pPr>
            <a:r>
              <a:rPr sz="1800" spc="-10" dirty="0">
                <a:latin typeface="Calibri"/>
                <a:cs typeface="Calibri"/>
              </a:rPr>
              <a:t>Requires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connection to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770"/>
              </a:lnSpc>
              <a:spcBef>
                <a:spcPts val="229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 marL="1650364" indent="-342900">
              <a:lnSpc>
                <a:spcPts val="1889"/>
              </a:lnSpc>
              <a:buAutoNum type="arabicPeriod" startAt="2"/>
              <a:tabLst>
                <a:tab pos="1650364" algn="l"/>
              </a:tabLst>
            </a:pPr>
            <a:r>
              <a:rPr sz="1800" dirty="0">
                <a:latin typeface="Calibri"/>
                <a:cs typeface="Calibri"/>
              </a:rPr>
              <a:t>Limited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(Admin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Student).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50338" y="7452486"/>
            <a:ext cx="4670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/>
                <a:cs typeface="Calibri"/>
              </a:rPr>
              <a:t>3.</a:t>
            </a:r>
            <a:r>
              <a:rPr sz="1800" dirty="0">
                <a:latin typeface="Calibri"/>
                <a:cs typeface="Calibri"/>
              </a:rPr>
              <a:t>	No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built-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payment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integrated).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50338" y="7945958"/>
            <a:ext cx="4414520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Performance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heavy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traffic.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30"/>
              </a:spcBef>
              <a:buAutoNum type="arabicPeriod" startAt="4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Requires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regular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maintenance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updates.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77714" y="4031996"/>
            <a:ext cx="7407275" cy="17272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150" i="1" spc="19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spc="-5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877</Words>
  <Application>Microsoft Office PowerPoint</Application>
  <PresentationFormat>Custom</PresentationFormat>
  <Paragraphs>258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Black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MALAPATI LOKESH</dc:creator>
  <cp:lastModifiedBy>malapatilokesh465@gmail.com</cp:lastModifiedBy>
  <cp:revision>1</cp:revision>
  <dcterms:created xsi:type="dcterms:W3CDTF">2026-05-06T04:42:38Z</dcterms:created>
  <dcterms:modified xsi:type="dcterms:W3CDTF">2026-05-06T04:44:05Z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2026-03-30T00:00:00Z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2026-05-06T00:00:00Z</vt:filetime>
  </property>
  <property fmtid="{D5CDD505-2E9C-101B-9397-08002B2CF9AE}" pid="6" name="Producer">
    <vt:lpwstr>www.ilovepdf.com</vt:lpwstr>
  </property>
</Properties>
</file>